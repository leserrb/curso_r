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2"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_rels/data1.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 Id="rId14" Type="http://schemas.openxmlformats.org/officeDocument/2006/relationships/image" Target="../media/image24.svg"/></Relationships>
</file>

<file path=ppt/diagrams/_rels/data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 Id="rId14" Type="http://schemas.openxmlformats.org/officeDocument/2006/relationships/image" Target="../media/image2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63CD8B-B4FE-45D6-BB39-DAFDED4AE386}"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63E7D4D-D0EB-4C11-9902-816DB421AE6D}">
      <dgm:prSet/>
      <dgm:spPr/>
      <dgm:t>
        <a:bodyPr/>
        <a:lstStyle/>
        <a:p>
          <a:r>
            <a:rPr lang="es-MX" b="0" i="0"/>
            <a:t>Detección de Fraudes.</a:t>
          </a:r>
          <a:endParaRPr lang="en-US"/>
        </a:p>
      </dgm:t>
    </dgm:pt>
    <dgm:pt modelId="{EA6013EC-1B59-4973-B24D-90795847956E}" type="parTrans" cxnId="{76CE55A5-2948-427A-BD42-CF096FAACEAD}">
      <dgm:prSet/>
      <dgm:spPr/>
      <dgm:t>
        <a:bodyPr/>
        <a:lstStyle/>
        <a:p>
          <a:endParaRPr lang="en-US"/>
        </a:p>
      </dgm:t>
    </dgm:pt>
    <dgm:pt modelId="{5DBDB30D-B29D-429A-B300-0178C951424F}" type="sibTrans" cxnId="{76CE55A5-2948-427A-BD42-CF096FAACEAD}">
      <dgm:prSet/>
      <dgm:spPr/>
      <dgm:t>
        <a:bodyPr/>
        <a:lstStyle/>
        <a:p>
          <a:endParaRPr lang="en-US"/>
        </a:p>
      </dgm:t>
    </dgm:pt>
    <dgm:pt modelId="{CC7C0DC1-DC51-46EF-B980-E757D02E928C}">
      <dgm:prSet/>
      <dgm:spPr/>
      <dgm:t>
        <a:bodyPr/>
        <a:lstStyle/>
        <a:p>
          <a:r>
            <a:rPr lang="es-MX" b="0" i="0"/>
            <a:t>Servicio a Clientes.</a:t>
          </a:r>
          <a:endParaRPr lang="en-US"/>
        </a:p>
      </dgm:t>
    </dgm:pt>
    <dgm:pt modelId="{CF64778E-F306-469A-89CC-33FDB317AB8D}" type="parTrans" cxnId="{349E4C87-3E2C-43A0-A4D9-744620BC896F}">
      <dgm:prSet/>
      <dgm:spPr/>
      <dgm:t>
        <a:bodyPr/>
        <a:lstStyle/>
        <a:p>
          <a:endParaRPr lang="en-US"/>
        </a:p>
      </dgm:t>
    </dgm:pt>
    <dgm:pt modelId="{8A82334F-5D82-4857-B10D-32E17F28C173}" type="sibTrans" cxnId="{349E4C87-3E2C-43A0-A4D9-744620BC896F}">
      <dgm:prSet/>
      <dgm:spPr/>
      <dgm:t>
        <a:bodyPr/>
        <a:lstStyle/>
        <a:p>
          <a:endParaRPr lang="en-US"/>
        </a:p>
      </dgm:t>
    </dgm:pt>
    <dgm:pt modelId="{60F687F1-9B92-4E7A-A6D2-3CFE1A3E19F9}">
      <dgm:prSet/>
      <dgm:spPr/>
      <dgm:t>
        <a:bodyPr/>
        <a:lstStyle/>
        <a:p>
          <a:r>
            <a:rPr lang="es-MX" b="0" i="0"/>
            <a:t>Sistemas de Seguridad.</a:t>
          </a:r>
          <a:endParaRPr lang="en-US"/>
        </a:p>
      </dgm:t>
    </dgm:pt>
    <dgm:pt modelId="{CBEC18E2-09CC-4E36-ABC2-6213093F27CB}" type="parTrans" cxnId="{5ED4D2CB-093B-4532-9261-B01346FBE8DD}">
      <dgm:prSet/>
      <dgm:spPr/>
      <dgm:t>
        <a:bodyPr/>
        <a:lstStyle/>
        <a:p>
          <a:endParaRPr lang="en-US"/>
        </a:p>
      </dgm:t>
    </dgm:pt>
    <dgm:pt modelId="{1B22F1F8-6DDC-4DBE-B764-85374D77B9E0}" type="sibTrans" cxnId="{5ED4D2CB-093B-4532-9261-B01346FBE8DD}">
      <dgm:prSet/>
      <dgm:spPr/>
      <dgm:t>
        <a:bodyPr/>
        <a:lstStyle/>
        <a:p>
          <a:endParaRPr lang="en-US"/>
        </a:p>
      </dgm:t>
    </dgm:pt>
    <dgm:pt modelId="{AAC142EA-24EE-46E8-9DE1-6A80FD278DB1}">
      <dgm:prSet/>
      <dgm:spPr/>
      <dgm:t>
        <a:bodyPr/>
        <a:lstStyle/>
        <a:p>
          <a:r>
            <a:rPr lang="es-MX" b="0" i="0"/>
            <a:t>Eficiencia de Máquinas.</a:t>
          </a:r>
          <a:endParaRPr lang="en-US"/>
        </a:p>
      </dgm:t>
    </dgm:pt>
    <dgm:pt modelId="{28E9F0FB-8C00-48B4-82B9-FF7C96BABA13}" type="parTrans" cxnId="{0F0ADEEE-353B-4BFE-8F80-2B70AD229630}">
      <dgm:prSet/>
      <dgm:spPr/>
      <dgm:t>
        <a:bodyPr/>
        <a:lstStyle/>
        <a:p>
          <a:endParaRPr lang="en-US"/>
        </a:p>
      </dgm:t>
    </dgm:pt>
    <dgm:pt modelId="{6B6AC99D-EFF0-47B6-BF51-A47DF79B989D}" type="sibTrans" cxnId="{0F0ADEEE-353B-4BFE-8F80-2B70AD229630}">
      <dgm:prSet/>
      <dgm:spPr/>
      <dgm:t>
        <a:bodyPr/>
        <a:lstStyle/>
        <a:p>
          <a:endParaRPr lang="en-US"/>
        </a:p>
      </dgm:t>
    </dgm:pt>
    <dgm:pt modelId="{0DB761DE-43A5-44C1-8F6C-AAD3AB0737E0}">
      <dgm:prSet/>
      <dgm:spPr/>
      <dgm:t>
        <a:bodyPr/>
        <a:lstStyle/>
        <a:p>
          <a:r>
            <a:rPr lang="es-MX" b="0" i="0"/>
            <a:t>Predicción de Tiempos de Espera.</a:t>
          </a:r>
          <a:endParaRPr lang="en-US"/>
        </a:p>
      </dgm:t>
    </dgm:pt>
    <dgm:pt modelId="{79CF40BB-F042-401D-B57E-1AF883EDBB66}" type="parTrans" cxnId="{5DDCB803-0F27-48EC-BB7D-158666C11A51}">
      <dgm:prSet/>
      <dgm:spPr/>
      <dgm:t>
        <a:bodyPr/>
        <a:lstStyle/>
        <a:p>
          <a:endParaRPr lang="en-US"/>
        </a:p>
      </dgm:t>
    </dgm:pt>
    <dgm:pt modelId="{770BDDFD-4D69-48D7-AF0F-E3D7DE869E37}" type="sibTrans" cxnId="{5DDCB803-0F27-48EC-BB7D-158666C11A51}">
      <dgm:prSet/>
      <dgm:spPr/>
      <dgm:t>
        <a:bodyPr/>
        <a:lstStyle/>
        <a:p>
          <a:endParaRPr lang="en-US"/>
        </a:p>
      </dgm:t>
    </dgm:pt>
    <dgm:pt modelId="{B046510E-8470-4E75-AAF3-F4930B71B65F}">
      <dgm:prSet/>
      <dgm:spPr/>
      <dgm:t>
        <a:bodyPr/>
        <a:lstStyle/>
        <a:p>
          <a:r>
            <a:rPr lang="es-MX" b="0" i="0"/>
            <a:t>Planificación de Recursos.</a:t>
          </a:r>
          <a:endParaRPr lang="en-US"/>
        </a:p>
      </dgm:t>
    </dgm:pt>
    <dgm:pt modelId="{42E650F0-4D25-49F2-BE36-D1BBD775EEF7}" type="parTrans" cxnId="{B73FDF80-7B49-47B2-9AFA-E2A150F7B16E}">
      <dgm:prSet/>
      <dgm:spPr/>
      <dgm:t>
        <a:bodyPr/>
        <a:lstStyle/>
        <a:p>
          <a:endParaRPr lang="en-US"/>
        </a:p>
      </dgm:t>
    </dgm:pt>
    <dgm:pt modelId="{1D1199D2-76CB-4DD6-9F55-204A1E7EE0A5}" type="sibTrans" cxnId="{B73FDF80-7B49-47B2-9AFA-E2A150F7B16E}">
      <dgm:prSet/>
      <dgm:spPr/>
      <dgm:t>
        <a:bodyPr/>
        <a:lstStyle/>
        <a:p>
          <a:endParaRPr lang="en-US"/>
        </a:p>
      </dgm:t>
    </dgm:pt>
    <dgm:pt modelId="{7999972C-F0E7-40F4-8A77-B8EADD8A0600}">
      <dgm:prSet/>
      <dgm:spPr/>
      <dgm:t>
        <a:bodyPr/>
        <a:lstStyle/>
        <a:p>
          <a:r>
            <a:rPr lang="es-MX" b="0" i="0"/>
            <a:t>Diagnóstico Médico.</a:t>
          </a:r>
          <a:endParaRPr lang="en-US"/>
        </a:p>
      </dgm:t>
    </dgm:pt>
    <dgm:pt modelId="{A64E19EE-F2D7-4E87-87C4-1CB2F8081F12}" type="parTrans" cxnId="{BD928088-892C-45B1-8E2C-D5AFC670EAB5}">
      <dgm:prSet/>
      <dgm:spPr/>
      <dgm:t>
        <a:bodyPr/>
        <a:lstStyle/>
        <a:p>
          <a:endParaRPr lang="en-US"/>
        </a:p>
      </dgm:t>
    </dgm:pt>
    <dgm:pt modelId="{74FCD0CD-F22E-4FE7-ACCB-AD60E3584F60}" type="sibTrans" cxnId="{BD928088-892C-45B1-8E2C-D5AFC670EAB5}">
      <dgm:prSet/>
      <dgm:spPr/>
      <dgm:t>
        <a:bodyPr/>
        <a:lstStyle/>
        <a:p>
          <a:endParaRPr lang="en-US"/>
        </a:p>
      </dgm:t>
    </dgm:pt>
    <dgm:pt modelId="{B847BDA8-BF1E-48FB-A35D-FD90F56ADBA1}" type="pres">
      <dgm:prSet presAssocID="{9063CD8B-B4FE-45D6-BB39-DAFDED4AE386}" presName="root" presStyleCnt="0">
        <dgm:presLayoutVars>
          <dgm:dir/>
          <dgm:resizeHandles val="exact"/>
        </dgm:presLayoutVars>
      </dgm:prSet>
      <dgm:spPr/>
    </dgm:pt>
    <dgm:pt modelId="{AA08ECC6-91C0-4B7A-B56E-6FAF3F1FD3C1}" type="pres">
      <dgm:prSet presAssocID="{9063CD8B-B4FE-45D6-BB39-DAFDED4AE386}" presName="container" presStyleCnt="0">
        <dgm:presLayoutVars>
          <dgm:dir/>
          <dgm:resizeHandles val="exact"/>
        </dgm:presLayoutVars>
      </dgm:prSet>
      <dgm:spPr/>
    </dgm:pt>
    <dgm:pt modelId="{6D55C3A6-8302-40B9-A2D6-8F80FDD5CF69}" type="pres">
      <dgm:prSet presAssocID="{363E7D4D-D0EB-4C11-9902-816DB421AE6D}" presName="compNode" presStyleCnt="0"/>
      <dgm:spPr/>
    </dgm:pt>
    <dgm:pt modelId="{DC6548F3-4B57-4A4A-9841-163174CC5393}" type="pres">
      <dgm:prSet presAssocID="{363E7D4D-D0EB-4C11-9902-816DB421AE6D}" presName="iconBgRect" presStyleLbl="bgShp" presStyleIdx="0" presStyleCnt="7"/>
      <dgm:spPr/>
    </dgm:pt>
    <dgm:pt modelId="{C89AE2FC-D745-43E6-8ED7-5E69171686E0}" type="pres">
      <dgm:prSet presAssocID="{363E7D4D-D0EB-4C11-9902-816DB421AE6D}"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tective"/>
        </a:ext>
      </dgm:extLst>
    </dgm:pt>
    <dgm:pt modelId="{56D60668-24AB-4F75-B347-1FA568774BDE}" type="pres">
      <dgm:prSet presAssocID="{363E7D4D-D0EB-4C11-9902-816DB421AE6D}" presName="spaceRect" presStyleCnt="0"/>
      <dgm:spPr/>
    </dgm:pt>
    <dgm:pt modelId="{E7E261C9-7CED-4A5F-B954-8D0526A41E09}" type="pres">
      <dgm:prSet presAssocID="{363E7D4D-D0EB-4C11-9902-816DB421AE6D}" presName="textRect" presStyleLbl="revTx" presStyleIdx="0" presStyleCnt="7">
        <dgm:presLayoutVars>
          <dgm:chMax val="1"/>
          <dgm:chPref val="1"/>
        </dgm:presLayoutVars>
      </dgm:prSet>
      <dgm:spPr/>
    </dgm:pt>
    <dgm:pt modelId="{B19A1465-DED1-409D-B0C6-C0BC9952A085}" type="pres">
      <dgm:prSet presAssocID="{5DBDB30D-B29D-429A-B300-0178C951424F}" presName="sibTrans" presStyleLbl="sibTrans2D1" presStyleIdx="0" presStyleCnt="0"/>
      <dgm:spPr/>
    </dgm:pt>
    <dgm:pt modelId="{C9BF721D-5665-43B8-9C76-51C63AF97BFD}" type="pres">
      <dgm:prSet presAssocID="{CC7C0DC1-DC51-46EF-B980-E757D02E928C}" presName="compNode" presStyleCnt="0"/>
      <dgm:spPr/>
    </dgm:pt>
    <dgm:pt modelId="{FEE39285-2CBD-4BC0-BD57-941629378323}" type="pres">
      <dgm:prSet presAssocID="{CC7C0DC1-DC51-46EF-B980-E757D02E928C}" presName="iconBgRect" presStyleLbl="bgShp" presStyleIdx="1" presStyleCnt="7"/>
      <dgm:spPr/>
    </dgm:pt>
    <dgm:pt modelId="{24B30DF6-9B96-4235-B05E-8DCC54FD9E6B}" type="pres">
      <dgm:prSet presAssocID="{CC7C0DC1-DC51-46EF-B980-E757D02E928C}"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l center"/>
        </a:ext>
      </dgm:extLst>
    </dgm:pt>
    <dgm:pt modelId="{142C63BA-11F6-4438-86C7-761683BCBEB7}" type="pres">
      <dgm:prSet presAssocID="{CC7C0DC1-DC51-46EF-B980-E757D02E928C}" presName="spaceRect" presStyleCnt="0"/>
      <dgm:spPr/>
    </dgm:pt>
    <dgm:pt modelId="{AAADF498-D0C6-4B3C-8415-F75E38FDFD13}" type="pres">
      <dgm:prSet presAssocID="{CC7C0DC1-DC51-46EF-B980-E757D02E928C}" presName="textRect" presStyleLbl="revTx" presStyleIdx="1" presStyleCnt="7">
        <dgm:presLayoutVars>
          <dgm:chMax val="1"/>
          <dgm:chPref val="1"/>
        </dgm:presLayoutVars>
      </dgm:prSet>
      <dgm:spPr/>
    </dgm:pt>
    <dgm:pt modelId="{004FF872-4A45-41CB-B485-52C801ED6EBB}" type="pres">
      <dgm:prSet presAssocID="{8A82334F-5D82-4857-B10D-32E17F28C173}" presName="sibTrans" presStyleLbl="sibTrans2D1" presStyleIdx="0" presStyleCnt="0"/>
      <dgm:spPr/>
    </dgm:pt>
    <dgm:pt modelId="{7C3DA802-FB7D-455F-BC97-747A9D04F0BB}" type="pres">
      <dgm:prSet presAssocID="{60F687F1-9B92-4E7A-A6D2-3CFE1A3E19F9}" presName="compNode" presStyleCnt="0"/>
      <dgm:spPr/>
    </dgm:pt>
    <dgm:pt modelId="{B424BA84-F691-4638-9B06-4A1A117B5679}" type="pres">
      <dgm:prSet presAssocID="{60F687F1-9B92-4E7A-A6D2-3CFE1A3E19F9}" presName="iconBgRect" presStyleLbl="bgShp" presStyleIdx="2" presStyleCnt="7"/>
      <dgm:spPr/>
    </dgm:pt>
    <dgm:pt modelId="{EA542619-DFA1-418B-BBF6-15E900A036FF}" type="pres">
      <dgm:prSet presAssocID="{60F687F1-9B92-4E7A-A6D2-3CFE1A3E19F9}"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16FDACFE-C8F7-486F-9A40-61B92709A7A1}" type="pres">
      <dgm:prSet presAssocID="{60F687F1-9B92-4E7A-A6D2-3CFE1A3E19F9}" presName="spaceRect" presStyleCnt="0"/>
      <dgm:spPr/>
    </dgm:pt>
    <dgm:pt modelId="{27DDD47B-FFF9-4EC2-B1CA-83970C6E9648}" type="pres">
      <dgm:prSet presAssocID="{60F687F1-9B92-4E7A-A6D2-3CFE1A3E19F9}" presName="textRect" presStyleLbl="revTx" presStyleIdx="2" presStyleCnt="7">
        <dgm:presLayoutVars>
          <dgm:chMax val="1"/>
          <dgm:chPref val="1"/>
        </dgm:presLayoutVars>
      </dgm:prSet>
      <dgm:spPr/>
    </dgm:pt>
    <dgm:pt modelId="{87F558BB-5D09-495E-BACC-9C9DFDA9A58F}" type="pres">
      <dgm:prSet presAssocID="{1B22F1F8-6DDC-4DBE-B764-85374D77B9E0}" presName="sibTrans" presStyleLbl="sibTrans2D1" presStyleIdx="0" presStyleCnt="0"/>
      <dgm:spPr/>
    </dgm:pt>
    <dgm:pt modelId="{5453CDB4-404C-412D-A833-BC2EDAB612B0}" type="pres">
      <dgm:prSet presAssocID="{AAC142EA-24EE-46E8-9DE1-6A80FD278DB1}" presName="compNode" presStyleCnt="0"/>
      <dgm:spPr/>
    </dgm:pt>
    <dgm:pt modelId="{2AC66E90-7ACA-45FB-B1DF-D4E1A131E5C3}" type="pres">
      <dgm:prSet presAssocID="{AAC142EA-24EE-46E8-9DE1-6A80FD278DB1}" presName="iconBgRect" presStyleLbl="bgShp" presStyleIdx="3" presStyleCnt="7"/>
      <dgm:spPr/>
    </dgm:pt>
    <dgm:pt modelId="{2AB45C60-243F-4F51-93E7-49E0B60F5F5D}" type="pres">
      <dgm:prSet presAssocID="{AAC142EA-24EE-46E8-9DE1-6A80FD278DB1}"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lectrician"/>
        </a:ext>
      </dgm:extLst>
    </dgm:pt>
    <dgm:pt modelId="{CC2C3CB5-4286-4249-9DEA-C5AD0CF6AB5A}" type="pres">
      <dgm:prSet presAssocID="{AAC142EA-24EE-46E8-9DE1-6A80FD278DB1}" presName="spaceRect" presStyleCnt="0"/>
      <dgm:spPr/>
    </dgm:pt>
    <dgm:pt modelId="{CEF3C9F9-F906-493B-9370-6C0D2D069DC0}" type="pres">
      <dgm:prSet presAssocID="{AAC142EA-24EE-46E8-9DE1-6A80FD278DB1}" presName="textRect" presStyleLbl="revTx" presStyleIdx="3" presStyleCnt="7">
        <dgm:presLayoutVars>
          <dgm:chMax val="1"/>
          <dgm:chPref val="1"/>
        </dgm:presLayoutVars>
      </dgm:prSet>
      <dgm:spPr/>
    </dgm:pt>
    <dgm:pt modelId="{1445DC5F-D47A-424B-9685-09F2639CF715}" type="pres">
      <dgm:prSet presAssocID="{6B6AC99D-EFF0-47B6-BF51-A47DF79B989D}" presName="sibTrans" presStyleLbl="sibTrans2D1" presStyleIdx="0" presStyleCnt="0"/>
      <dgm:spPr/>
    </dgm:pt>
    <dgm:pt modelId="{7E7C0145-A0DA-43DD-AE95-BCF7CA429D66}" type="pres">
      <dgm:prSet presAssocID="{0DB761DE-43A5-44C1-8F6C-AAD3AB0737E0}" presName="compNode" presStyleCnt="0"/>
      <dgm:spPr/>
    </dgm:pt>
    <dgm:pt modelId="{B5CA5B2C-662F-4D80-9E01-6606AE42733A}" type="pres">
      <dgm:prSet presAssocID="{0DB761DE-43A5-44C1-8F6C-AAD3AB0737E0}" presName="iconBgRect" presStyleLbl="bgShp" presStyleIdx="4" presStyleCnt="7"/>
      <dgm:spPr/>
    </dgm:pt>
    <dgm:pt modelId="{F70CC92C-D557-4A52-8CBB-54078269FD52}" type="pres">
      <dgm:prSet presAssocID="{0DB761DE-43A5-44C1-8F6C-AAD3AB0737E0}"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F0EE207B-2279-4559-9FA8-EBABCB3E32F6}" type="pres">
      <dgm:prSet presAssocID="{0DB761DE-43A5-44C1-8F6C-AAD3AB0737E0}" presName="spaceRect" presStyleCnt="0"/>
      <dgm:spPr/>
    </dgm:pt>
    <dgm:pt modelId="{FC95CF92-A96F-479F-AA26-C39937DEAB98}" type="pres">
      <dgm:prSet presAssocID="{0DB761DE-43A5-44C1-8F6C-AAD3AB0737E0}" presName="textRect" presStyleLbl="revTx" presStyleIdx="4" presStyleCnt="7">
        <dgm:presLayoutVars>
          <dgm:chMax val="1"/>
          <dgm:chPref val="1"/>
        </dgm:presLayoutVars>
      </dgm:prSet>
      <dgm:spPr/>
    </dgm:pt>
    <dgm:pt modelId="{6F4414EA-BDCA-452B-91E3-F0442F67AF5D}" type="pres">
      <dgm:prSet presAssocID="{770BDDFD-4D69-48D7-AF0F-E3D7DE869E37}" presName="sibTrans" presStyleLbl="sibTrans2D1" presStyleIdx="0" presStyleCnt="0"/>
      <dgm:spPr/>
    </dgm:pt>
    <dgm:pt modelId="{D5AEC657-5E04-4CC4-A84A-0AD01B302AA1}" type="pres">
      <dgm:prSet presAssocID="{B046510E-8470-4E75-AAF3-F4930B71B65F}" presName="compNode" presStyleCnt="0"/>
      <dgm:spPr/>
    </dgm:pt>
    <dgm:pt modelId="{BF5522D8-0967-43BE-84EE-F81840B39A45}" type="pres">
      <dgm:prSet presAssocID="{B046510E-8470-4E75-AAF3-F4930B71B65F}" presName="iconBgRect" presStyleLbl="bgShp" presStyleIdx="5" presStyleCnt="7"/>
      <dgm:spPr/>
    </dgm:pt>
    <dgm:pt modelId="{44DC2036-7C13-44F5-94F0-2199EDB1269F}" type="pres">
      <dgm:prSet presAssocID="{B046510E-8470-4E75-AAF3-F4930B71B65F}"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itcoin"/>
        </a:ext>
      </dgm:extLst>
    </dgm:pt>
    <dgm:pt modelId="{170D7BA7-F02D-451F-B4F6-62C515DB4738}" type="pres">
      <dgm:prSet presAssocID="{B046510E-8470-4E75-AAF3-F4930B71B65F}" presName="spaceRect" presStyleCnt="0"/>
      <dgm:spPr/>
    </dgm:pt>
    <dgm:pt modelId="{BE6B4F34-11E0-4E0B-A4C1-6F79BD1DF858}" type="pres">
      <dgm:prSet presAssocID="{B046510E-8470-4E75-AAF3-F4930B71B65F}" presName="textRect" presStyleLbl="revTx" presStyleIdx="5" presStyleCnt="7">
        <dgm:presLayoutVars>
          <dgm:chMax val="1"/>
          <dgm:chPref val="1"/>
        </dgm:presLayoutVars>
      </dgm:prSet>
      <dgm:spPr/>
    </dgm:pt>
    <dgm:pt modelId="{A1C69794-E0FE-4250-BF30-E59E0589A990}" type="pres">
      <dgm:prSet presAssocID="{1D1199D2-76CB-4DD6-9F55-204A1E7EE0A5}" presName="sibTrans" presStyleLbl="sibTrans2D1" presStyleIdx="0" presStyleCnt="0"/>
      <dgm:spPr/>
    </dgm:pt>
    <dgm:pt modelId="{51BBC3E7-4553-4087-B5F9-F86DED63B1B1}" type="pres">
      <dgm:prSet presAssocID="{7999972C-F0E7-40F4-8A77-B8EADD8A0600}" presName="compNode" presStyleCnt="0"/>
      <dgm:spPr/>
    </dgm:pt>
    <dgm:pt modelId="{42314FE9-65B9-49A4-883E-F36FD9CEDFCE}" type="pres">
      <dgm:prSet presAssocID="{7999972C-F0E7-40F4-8A77-B8EADD8A0600}" presName="iconBgRect" presStyleLbl="bgShp" presStyleIdx="6" presStyleCnt="7"/>
      <dgm:spPr/>
    </dgm:pt>
    <dgm:pt modelId="{E5DC0501-4EA6-4973-A7C6-9E27FFA8EE23}" type="pres">
      <dgm:prSet presAssocID="{7999972C-F0E7-40F4-8A77-B8EADD8A0600}"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tethoscope"/>
        </a:ext>
      </dgm:extLst>
    </dgm:pt>
    <dgm:pt modelId="{36817E08-6BA4-4156-9955-93E88CD7A861}" type="pres">
      <dgm:prSet presAssocID="{7999972C-F0E7-40F4-8A77-B8EADD8A0600}" presName="spaceRect" presStyleCnt="0"/>
      <dgm:spPr/>
    </dgm:pt>
    <dgm:pt modelId="{B797DE51-4563-4768-82BC-45B56749522B}" type="pres">
      <dgm:prSet presAssocID="{7999972C-F0E7-40F4-8A77-B8EADD8A0600}" presName="textRect" presStyleLbl="revTx" presStyleIdx="6" presStyleCnt="7">
        <dgm:presLayoutVars>
          <dgm:chMax val="1"/>
          <dgm:chPref val="1"/>
        </dgm:presLayoutVars>
      </dgm:prSet>
      <dgm:spPr/>
    </dgm:pt>
  </dgm:ptLst>
  <dgm:cxnLst>
    <dgm:cxn modelId="{5DDCB803-0F27-48EC-BB7D-158666C11A51}" srcId="{9063CD8B-B4FE-45D6-BB39-DAFDED4AE386}" destId="{0DB761DE-43A5-44C1-8F6C-AAD3AB0737E0}" srcOrd="4" destOrd="0" parTransId="{79CF40BB-F042-401D-B57E-1AF883EDBB66}" sibTransId="{770BDDFD-4D69-48D7-AF0F-E3D7DE869E37}"/>
    <dgm:cxn modelId="{97428D14-9D15-4C26-93DD-D1A3EAE67DF2}" type="presOf" srcId="{5DBDB30D-B29D-429A-B300-0178C951424F}" destId="{B19A1465-DED1-409D-B0C6-C0BC9952A085}" srcOrd="0" destOrd="0" presId="urn:microsoft.com/office/officeart/2018/2/layout/IconCircleList"/>
    <dgm:cxn modelId="{3657662B-166D-4751-8963-698C8E0F5BD3}" type="presOf" srcId="{8A82334F-5D82-4857-B10D-32E17F28C173}" destId="{004FF872-4A45-41CB-B485-52C801ED6EBB}" srcOrd="0" destOrd="0" presId="urn:microsoft.com/office/officeart/2018/2/layout/IconCircleList"/>
    <dgm:cxn modelId="{3A19C65B-07DC-4496-A046-551296C7DD8D}" type="presOf" srcId="{B046510E-8470-4E75-AAF3-F4930B71B65F}" destId="{BE6B4F34-11E0-4E0B-A4C1-6F79BD1DF858}" srcOrd="0" destOrd="0" presId="urn:microsoft.com/office/officeart/2018/2/layout/IconCircleList"/>
    <dgm:cxn modelId="{A49E7C48-97FD-423C-B11C-61C776480D34}" type="presOf" srcId="{1D1199D2-76CB-4DD6-9F55-204A1E7EE0A5}" destId="{A1C69794-E0FE-4250-BF30-E59E0589A990}" srcOrd="0" destOrd="0" presId="urn:microsoft.com/office/officeart/2018/2/layout/IconCircleList"/>
    <dgm:cxn modelId="{E6FD106B-6134-4A91-BADF-BE63ABB73AEA}" type="presOf" srcId="{9063CD8B-B4FE-45D6-BB39-DAFDED4AE386}" destId="{B847BDA8-BF1E-48FB-A35D-FD90F56ADBA1}" srcOrd="0" destOrd="0" presId="urn:microsoft.com/office/officeart/2018/2/layout/IconCircleList"/>
    <dgm:cxn modelId="{CAF14F6E-ACD1-4E1E-8F92-8ABA942EB48B}" type="presOf" srcId="{AAC142EA-24EE-46E8-9DE1-6A80FD278DB1}" destId="{CEF3C9F9-F906-493B-9370-6C0D2D069DC0}" srcOrd="0" destOrd="0" presId="urn:microsoft.com/office/officeart/2018/2/layout/IconCircleList"/>
    <dgm:cxn modelId="{A7196670-B4DF-4149-B8E3-6A4A1CC31980}" type="presOf" srcId="{1B22F1F8-6DDC-4DBE-B764-85374D77B9E0}" destId="{87F558BB-5D09-495E-BACC-9C9DFDA9A58F}" srcOrd="0" destOrd="0" presId="urn:microsoft.com/office/officeart/2018/2/layout/IconCircleList"/>
    <dgm:cxn modelId="{593D1B75-BFEA-4F02-840B-24BF1F311D88}" type="presOf" srcId="{60F687F1-9B92-4E7A-A6D2-3CFE1A3E19F9}" destId="{27DDD47B-FFF9-4EC2-B1CA-83970C6E9648}" srcOrd="0" destOrd="0" presId="urn:microsoft.com/office/officeart/2018/2/layout/IconCircleList"/>
    <dgm:cxn modelId="{B73FDF80-7B49-47B2-9AFA-E2A150F7B16E}" srcId="{9063CD8B-B4FE-45D6-BB39-DAFDED4AE386}" destId="{B046510E-8470-4E75-AAF3-F4930B71B65F}" srcOrd="5" destOrd="0" parTransId="{42E650F0-4D25-49F2-BE36-D1BBD775EEF7}" sibTransId="{1D1199D2-76CB-4DD6-9F55-204A1E7EE0A5}"/>
    <dgm:cxn modelId="{349E4C87-3E2C-43A0-A4D9-744620BC896F}" srcId="{9063CD8B-B4FE-45D6-BB39-DAFDED4AE386}" destId="{CC7C0DC1-DC51-46EF-B980-E757D02E928C}" srcOrd="1" destOrd="0" parTransId="{CF64778E-F306-469A-89CC-33FDB317AB8D}" sibTransId="{8A82334F-5D82-4857-B10D-32E17F28C173}"/>
    <dgm:cxn modelId="{BD928088-892C-45B1-8E2C-D5AFC670EAB5}" srcId="{9063CD8B-B4FE-45D6-BB39-DAFDED4AE386}" destId="{7999972C-F0E7-40F4-8A77-B8EADD8A0600}" srcOrd="6" destOrd="0" parTransId="{A64E19EE-F2D7-4E87-87C4-1CB2F8081F12}" sibTransId="{74FCD0CD-F22E-4FE7-ACCB-AD60E3584F60}"/>
    <dgm:cxn modelId="{66259C9E-61D9-4FF8-B534-AE12B2C297BA}" type="presOf" srcId="{6B6AC99D-EFF0-47B6-BF51-A47DF79B989D}" destId="{1445DC5F-D47A-424B-9685-09F2639CF715}" srcOrd="0" destOrd="0" presId="urn:microsoft.com/office/officeart/2018/2/layout/IconCircleList"/>
    <dgm:cxn modelId="{76CE55A5-2948-427A-BD42-CF096FAACEAD}" srcId="{9063CD8B-B4FE-45D6-BB39-DAFDED4AE386}" destId="{363E7D4D-D0EB-4C11-9902-816DB421AE6D}" srcOrd="0" destOrd="0" parTransId="{EA6013EC-1B59-4973-B24D-90795847956E}" sibTransId="{5DBDB30D-B29D-429A-B300-0178C951424F}"/>
    <dgm:cxn modelId="{82F852B8-C311-400D-B327-1C3A84C67471}" type="presOf" srcId="{770BDDFD-4D69-48D7-AF0F-E3D7DE869E37}" destId="{6F4414EA-BDCA-452B-91E3-F0442F67AF5D}" srcOrd="0" destOrd="0" presId="urn:microsoft.com/office/officeart/2018/2/layout/IconCircleList"/>
    <dgm:cxn modelId="{F4B8B7BE-AD3E-4FB2-910B-1341C42D9A5E}" type="presOf" srcId="{7999972C-F0E7-40F4-8A77-B8EADD8A0600}" destId="{B797DE51-4563-4768-82BC-45B56749522B}" srcOrd="0" destOrd="0" presId="urn:microsoft.com/office/officeart/2018/2/layout/IconCircleList"/>
    <dgm:cxn modelId="{4CAA1BC2-CA7E-41A3-A4C4-8DA1E1A94C0D}" type="presOf" srcId="{0DB761DE-43A5-44C1-8F6C-AAD3AB0737E0}" destId="{FC95CF92-A96F-479F-AA26-C39937DEAB98}" srcOrd="0" destOrd="0" presId="urn:microsoft.com/office/officeart/2018/2/layout/IconCircleList"/>
    <dgm:cxn modelId="{A3125FC7-7D77-4636-B660-3A719F0BD4CB}" type="presOf" srcId="{CC7C0DC1-DC51-46EF-B980-E757D02E928C}" destId="{AAADF498-D0C6-4B3C-8415-F75E38FDFD13}" srcOrd="0" destOrd="0" presId="urn:microsoft.com/office/officeart/2018/2/layout/IconCircleList"/>
    <dgm:cxn modelId="{5ED4D2CB-093B-4532-9261-B01346FBE8DD}" srcId="{9063CD8B-B4FE-45D6-BB39-DAFDED4AE386}" destId="{60F687F1-9B92-4E7A-A6D2-3CFE1A3E19F9}" srcOrd="2" destOrd="0" parTransId="{CBEC18E2-09CC-4E36-ABC2-6213093F27CB}" sibTransId="{1B22F1F8-6DDC-4DBE-B764-85374D77B9E0}"/>
    <dgm:cxn modelId="{98A79DDB-9CCD-4C72-A278-BB4B41C0A03A}" type="presOf" srcId="{363E7D4D-D0EB-4C11-9902-816DB421AE6D}" destId="{E7E261C9-7CED-4A5F-B954-8D0526A41E09}" srcOrd="0" destOrd="0" presId="urn:microsoft.com/office/officeart/2018/2/layout/IconCircleList"/>
    <dgm:cxn modelId="{0F0ADEEE-353B-4BFE-8F80-2B70AD229630}" srcId="{9063CD8B-B4FE-45D6-BB39-DAFDED4AE386}" destId="{AAC142EA-24EE-46E8-9DE1-6A80FD278DB1}" srcOrd="3" destOrd="0" parTransId="{28E9F0FB-8C00-48B4-82B9-FF7C96BABA13}" sibTransId="{6B6AC99D-EFF0-47B6-BF51-A47DF79B989D}"/>
    <dgm:cxn modelId="{3BCC78F1-F739-4ED2-8490-5929D74934CD}" type="presParOf" srcId="{B847BDA8-BF1E-48FB-A35D-FD90F56ADBA1}" destId="{AA08ECC6-91C0-4B7A-B56E-6FAF3F1FD3C1}" srcOrd="0" destOrd="0" presId="urn:microsoft.com/office/officeart/2018/2/layout/IconCircleList"/>
    <dgm:cxn modelId="{4112C25B-270C-4ACF-BCB3-930F22AF1C83}" type="presParOf" srcId="{AA08ECC6-91C0-4B7A-B56E-6FAF3F1FD3C1}" destId="{6D55C3A6-8302-40B9-A2D6-8F80FDD5CF69}" srcOrd="0" destOrd="0" presId="urn:microsoft.com/office/officeart/2018/2/layout/IconCircleList"/>
    <dgm:cxn modelId="{9FD2DD85-3453-4786-A975-9DD8229DE514}" type="presParOf" srcId="{6D55C3A6-8302-40B9-A2D6-8F80FDD5CF69}" destId="{DC6548F3-4B57-4A4A-9841-163174CC5393}" srcOrd="0" destOrd="0" presId="urn:microsoft.com/office/officeart/2018/2/layout/IconCircleList"/>
    <dgm:cxn modelId="{56B20A82-5847-47D9-A957-43F1B25AADEC}" type="presParOf" srcId="{6D55C3A6-8302-40B9-A2D6-8F80FDD5CF69}" destId="{C89AE2FC-D745-43E6-8ED7-5E69171686E0}" srcOrd="1" destOrd="0" presId="urn:microsoft.com/office/officeart/2018/2/layout/IconCircleList"/>
    <dgm:cxn modelId="{A98969F9-B5C7-4EBF-ADB0-B885F68697A3}" type="presParOf" srcId="{6D55C3A6-8302-40B9-A2D6-8F80FDD5CF69}" destId="{56D60668-24AB-4F75-B347-1FA568774BDE}" srcOrd="2" destOrd="0" presId="urn:microsoft.com/office/officeart/2018/2/layout/IconCircleList"/>
    <dgm:cxn modelId="{5AADB28B-AE15-44A7-A35C-FBE5BF0985C3}" type="presParOf" srcId="{6D55C3A6-8302-40B9-A2D6-8F80FDD5CF69}" destId="{E7E261C9-7CED-4A5F-B954-8D0526A41E09}" srcOrd="3" destOrd="0" presId="urn:microsoft.com/office/officeart/2018/2/layout/IconCircleList"/>
    <dgm:cxn modelId="{1ED64343-9B0F-4BE2-8216-DD209E09EAA7}" type="presParOf" srcId="{AA08ECC6-91C0-4B7A-B56E-6FAF3F1FD3C1}" destId="{B19A1465-DED1-409D-B0C6-C0BC9952A085}" srcOrd="1" destOrd="0" presId="urn:microsoft.com/office/officeart/2018/2/layout/IconCircleList"/>
    <dgm:cxn modelId="{63A74233-2A0C-4B59-AE14-FA162B8985D6}" type="presParOf" srcId="{AA08ECC6-91C0-4B7A-B56E-6FAF3F1FD3C1}" destId="{C9BF721D-5665-43B8-9C76-51C63AF97BFD}" srcOrd="2" destOrd="0" presId="urn:microsoft.com/office/officeart/2018/2/layout/IconCircleList"/>
    <dgm:cxn modelId="{B28F8E0E-E376-4D6E-BFCA-D3531D13B997}" type="presParOf" srcId="{C9BF721D-5665-43B8-9C76-51C63AF97BFD}" destId="{FEE39285-2CBD-4BC0-BD57-941629378323}" srcOrd="0" destOrd="0" presId="urn:microsoft.com/office/officeart/2018/2/layout/IconCircleList"/>
    <dgm:cxn modelId="{946B7420-1D81-4BA9-8A32-30B4E1A668F3}" type="presParOf" srcId="{C9BF721D-5665-43B8-9C76-51C63AF97BFD}" destId="{24B30DF6-9B96-4235-B05E-8DCC54FD9E6B}" srcOrd="1" destOrd="0" presId="urn:microsoft.com/office/officeart/2018/2/layout/IconCircleList"/>
    <dgm:cxn modelId="{73C06BAE-5C22-4DCB-A419-E196284D042C}" type="presParOf" srcId="{C9BF721D-5665-43B8-9C76-51C63AF97BFD}" destId="{142C63BA-11F6-4438-86C7-761683BCBEB7}" srcOrd="2" destOrd="0" presId="urn:microsoft.com/office/officeart/2018/2/layout/IconCircleList"/>
    <dgm:cxn modelId="{C6E96C68-326F-403E-AAB4-40A0E638637F}" type="presParOf" srcId="{C9BF721D-5665-43B8-9C76-51C63AF97BFD}" destId="{AAADF498-D0C6-4B3C-8415-F75E38FDFD13}" srcOrd="3" destOrd="0" presId="urn:microsoft.com/office/officeart/2018/2/layout/IconCircleList"/>
    <dgm:cxn modelId="{F64ED95C-FFD7-47E7-A172-E8AF1091AA3B}" type="presParOf" srcId="{AA08ECC6-91C0-4B7A-B56E-6FAF3F1FD3C1}" destId="{004FF872-4A45-41CB-B485-52C801ED6EBB}" srcOrd="3" destOrd="0" presId="urn:microsoft.com/office/officeart/2018/2/layout/IconCircleList"/>
    <dgm:cxn modelId="{F0BAA6B9-8BD0-4CE1-86B5-AA2539ABF1B3}" type="presParOf" srcId="{AA08ECC6-91C0-4B7A-B56E-6FAF3F1FD3C1}" destId="{7C3DA802-FB7D-455F-BC97-747A9D04F0BB}" srcOrd="4" destOrd="0" presId="urn:microsoft.com/office/officeart/2018/2/layout/IconCircleList"/>
    <dgm:cxn modelId="{3E67B2C7-1C5E-45C7-8063-6853D4B9C387}" type="presParOf" srcId="{7C3DA802-FB7D-455F-BC97-747A9D04F0BB}" destId="{B424BA84-F691-4638-9B06-4A1A117B5679}" srcOrd="0" destOrd="0" presId="urn:microsoft.com/office/officeart/2018/2/layout/IconCircleList"/>
    <dgm:cxn modelId="{834DD0B1-4E61-4303-B1D8-0847524CB70D}" type="presParOf" srcId="{7C3DA802-FB7D-455F-BC97-747A9D04F0BB}" destId="{EA542619-DFA1-418B-BBF6-15E900A036FF}" srcOrd="1" destOrd="0" presId="urn:microsoft.com/office/officeart/2018/2/layout/IconCircleList"/>
    <dgm:cxn modelId="{2B218135-4838-4941-8627-6A44018DEDFA}" type="presParOf" srcId="{7C3DA802-FB7D-455F-BC97-747A9D04F0BB}" destId="{16FDACFE-C8F7-486F-9A40-61B92709A7A1}" srcOrd="2" destOrd="0" presId="urn:microsoft.com/office/officeart/2018/2/layout/IconCircleList"/>
    <dgm:cxn modelId="{16069EF0-5523-44AB-9FF8-6534146E88EF}" type="presParOf" srcId="{7C3DA802-FB7D-455F-BC97-747A9D04F0BB}" destId="{27DDD47B-FFF9-4EC2-B1CA-83970C6E9648}" srcOrd="3" destOrd="0" presId="urn:microsoft.com/office/officeart/2018/2/layout/IconCircleList"/>
    <dgm:cxn modelId="{DFB30BEF-3DF9-4FA7-8BF8-5C56603A682C}" type="presParOf" srcId="{AA08ECC6-91C0-4B7A-B56E-6FAF3F1FD3C1}" destId="{87F558BB-5D09-495E-BACC-9C9DFDA9A58F}" srcOrd="5" destOrd="0" presId="urn:microsoft.com/office/officeart/2018/2/layout/IconCircleList"/>
    <dgm:cxn modelId="{B9B57D8D-793E-4538-A163-5C4AC18E087E}" type="presParOf" srcId="{AA08ECC6-91C0-4B7A-B56E-6FAF3F1FD3C1}" destId="{5453CDB4-404C-412D-A833-BC2EDAB612B0}" srcOrd="6" destOrd="0" presId="urn:microsoft.com/office/officeart/2018/2/layout/IconCircleList"/>
    <dgm:cxn modelId="{21B05AA2-5907-418C-9DF9-A323144A6E3B}" type="presParOf" srcId="{5453CDB4-404C-412D-A833-BC2EDAB612B0}" destId="{2AC66E90-7ACA-45FB-B1DF-D4E1A131E5C3}" srcOrd="0" destOrd="0" presId="urn:microsoft.com/office/officeart/2018/2/layout/IconCircleList"/>
    <dgm:cxn modelId="{7A71D394-2800-408B-98AB-180FFEFA54DB}" type="presParOf" srcId="{5453CDB4-404C-412D-A833-BC2EDAB612B0}" destId="{2AB45C60-243F-4F51-93E7-49E0B60F5F5D}" srcOrd="1" destOrd="0" presId="urn:microsoft.com/office/officeart/2018/2/layout/IconCircleList"/>
    <dgm:cxn modelId="{4A248339-00AB-4CD6-9D8B-044725378D72}" type="presParOf" srcId="{5453CDB4-404C-412D-A833-BC2EDAB612B0}" destId="{CC2C3CB5-4286-4249-9DEA-C5AD0CF6AB5A}" srcOrd="2" destOrd="0" presId="urn:microsoft.com/office/officeart/2018/2/layout/IconCircleList"/>
    <dgm:cxn modelId="{F262510E-4AA1-4398-B9A0-47A3FB6976FC}" type="presParOf" srcId="{5453CDB4-404C-412D-A833-BC2EDAB612B0}" destId="{CEF3C9F9-F906-493B-9370-6C0D2D069DC0}" srcOrd="3" destOrd="0" presId="urn:microsoft.com/office/officeart/2018/2/layout/IconCircleList"/>
    <dgm:cxn modelId="{FFE22A2D-6071-49D9-BFB9-03E2A289033C}" type="presParOf" srcId="{AA08ECC6-91C0-4B7A-B56E-6FAF3F1FD3C1}" destId="{1445DC5F-D47A-424B-9685-09F2639CF715}" srcOrd="7" destOrd="0" presId="urn:microsoft.com/office/officeart/2018/2/layout/IconCircleList"/>
    <dgm:cxn modelId="{7C1AC69E-3761-4A2C-94D0-9BDC89F59C41}" type="presParOf" srcId="{AA08ECC6-91C0-4B7A-B56E-6FAF3F1FD3C1}" destId="{7E7C0145-A0DA-43DD-AE95-BCF7CA429D66}" srcOrd="8" destOrd="0" presId="urn:microsoft.com/office/officeart/2018/2/layout/IconCircleList"/>
    <dgm:cxn modelId="{E3BF2D9E-6D19-4EB1-86F3-A21631952773}" type="presParOf" srcId="{7E7C0145-A0DA-43DD-AE95-BCF7CA429D66}" destId="{B5CA5B2C-662F-4D80-9E01-6606AE42733A}" srcOrd="0" destOrd="0" presId="urn:microsoft.com/office/officeart/2018/2/layout/IconCircleList"/>
    <dgm:cxn modelId="{211BC7CF-5358-47CC-BE5D-1994336C1915}" type="presParOf" srcId="{7E7C0145-A0DA-43DD-AE95-BCF7CA429D66}" destId="{F70CC92C-D557-4A52-8CBB-54078269FD52}" srcOrd="1" destOrd="0" presId="urn:microsoft.com/office/officeart/2018/2/layout/IconCircleList"/>
    <dgm:cxn modelId="{864F7921-82A9-45D7-9D02-42EA5E057BD2}" type="presParOf" srcId="{7E7C0145-A0DA-43DD-AE95-BCF7CA429D66}" destId="{F0EE207B-2279-4559-9FA8-EBABCB3E32F6}" srcOrd="2" destOrd="0" presId="urn:microsoft.com/office/officeart/2018/2/layout/IconCircleList"/>
    <dgm:cxn modelId="{238007FA-8A12-40FB-AFEF-791E4895A3AE}" type="presParOf" srcId="{7E7C0145-A0DA-43DD-AE95-BCF7CA429D66}" destId="{FC95CF92-A96F-479F-AA26-C39937DEAB98}" srcOrd="3" destOrd="0" presId="urn:microsoft.com/office/officeart/2018/2/layout/IconCircleList"/>
    <dgm:cxn modelId="{5BAFD832-C1C9-4E22-B734-61E32E94968A}" type="presParOf" srcId="{AA08ECC6-91C0-4B7A-B56E-6FAF3F1FD3C1}" destId="{6F4414EA-BDCA-452B-91E3-F0442F67AF5D}" srcOrd="9" destOrd="0" presId="urn:microsoft.com/office/officeart/2018/2/layout/IconCircleList"/>
    <dgm:cxn modelId="{F032ADDD-D36E-40A7-8963-B6C7E888382D}" type="presParOf" srcId="{AA08ECC6-91C0-4B7A-B56E-6FAF3F1FD3C1}" destId="{D5AEC657-5E04-4CC4-A84A-0AD01B302AA1}" srcOrd="10" destOrd="0" presId="urn:microsoft.com/office/officeart/2018/2/layout/IconCircleList"/>
    <dgm:cxn modelId="{94F8595B-8D75-4377-9BBC-AFE64B6CFCB2}" type="presParOf" srcId="{D5AEC657-5E04-4CC4-A84A-0AD01B302AA1}" destId="{BF5522D8-0967-43BE-84EE-F81840B39A45}" srcOrd="0" destOrd="0" presId="urn:microsoft.com/office/officeart/2018/2/layout/IconCircleList"/>
    <dgm:cxn modelId="{411659B4-4C34-40CE-93AA-B76D045C4780}" type="presParOf" srcId="{D5AEC657-5E04-4CC4-A84A-0AD01B302AA1}" destId="{44DC2036-7C13-44F5-94F0-2199EDB1269F}" srcOrd="1" destOrd="0" presId="urn:microsoft.com/office/officeart/2018/2/layout/IconCircleList"/>
    <dgm:cxn modelId="{FC4756BF-69FE-4933-9296-1E326E60298C}" type="presParOf" srcId="{D5AEC657-5E04-4CC4-A84A-0AD01B302AA1}" destId="{170D7BA7-F02D-451F-B4F6-62C515DB4738}" srcOrd="2" destOrd="0" presId="urn:microsoft.com/office/officeart/2018/2/layout/IconCircleList"/>
    <dgm:cxn modelId="{9F86371B-DFAC-43FF-BF81-54917DC8EDD3}" type="presParOf" srcId="{D5AEC657-5E04-4CC4-A84A-0AD01B302AA1}" destId="{BE6B4F34-11E0-4E0B-A4C1-6F79BD1DF858}" srcOrd="3" destOrd="0" presId="urn:microsoft.com/office/officeart/2018/2/layout/IconCircleList"/>
    <dgm:cxn modelId="{87A31526-9A30-4FB5-A6DE-F92E78B1E675}" type="presParOf" srcId="{AA08ECC6-91C0-4B7A-B56E-6FAF3F1FD3C1}" destId="{A1C69794-E0FE-4250-BF30-E59E0589A990}" srcOrd="11" destOrd="0" presId="urn:microsoft.com/office/officeart/2018/2/layout/IconCircleList"/>
    <dgm:cxn modelId="{CEA81D4E-B364-4BA6-9A5C-3FFC1F0FC6B9}" type="presParOf" srcId="{AA08ECC6-91C0-4B7A-B56E-6FAF3F1FD3C1}" destId="{51BBC3E7-4553-4087-B5F9-F86DED63B1B1}" srcOrd="12" destOrd="0" presId="urn:microsoft.com/office/officeart/2018/2/layout/IconCircleList"/>
    <dgm:cxn modelId="{C11DA1BE-579A-4A75-9E5B-14E8E6D26C53}" type="presParOf" srcId="{51BBC3E7-4553-4087-B5F9-F86DED63B1B1}" destId="{42314FE9-65B9-49A4-883E-F36FD9CEDFCE}" srcOrd="0" destOrd="0" presId="urn:microsoft.com/office/officeart/2018/2/layout/IconCircleList"/>
    <dgm:cxn modelId="{7EA03097-A90F-4881-BAA5-08FE5C7C1A45}" type="presParOf" srcId="{51BBC3E7-4553-4087-B5F9-F86DED63B1B1}" destId="{E5DC0501-4EA6-4973-A7C6-9E27FFA8EE23}" srcOrd="1" destOrd="0" presId="urn:microsoft.com/office/officeart/2018/2/layout/IconCircleList"/>
    <dgm:cxn modelId="{61A1F147-3DB6-4252-8FC8-03BD4C3645BB}" type="presParOf" srcId="{51BBC3E7-4553-4087-B5F9-F86DED63B1B1}" destId="{36817E08-6BA4-4156-9955-93E88CD7A861}" srcOrd="2" destOrd="0" presId="urn:microsoft.com/office/officeart/2018/2/layout/IconCircleList"/>
    <dgm:cxn modelId="{F97CDC01-ADCA-443E-999A-5470092EEF20}" type="presParOf" srcId="{51BBC3E7-4553-4087-B5F9-F86DED63B1B1}" destId="{B797DE51-4563-4768-82BC-45B56749522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3E4D62-7E48-483B-B838-082A7A1401C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D16D4D6-6EA1-4A43-BB57-C9936E04427C}">
      <dgm:prSet/>
      <dgm:spPr/>
      <dgm:t>
        <a:bodyPr/>
        <a:lstStyle/>
        <a:p>
          <a:r>
            <a:rPr lang="es-MX" b="0" i="0"/>
            <a:t>Tipo de aprendizaje.</a:t>
          </a:r>
          <a:endParaRPr lang="en-US"/>
        </a:p>
      </dgm:t>
    </dgm:pt>
    <dgm:pt modelId="{E8401825-D962-419D-BF29-ED945D53963D}" type="parTrans" cxnId="{C184B8F1-4429-4AEF-9104-F7E59BE0CDE8}">
      <dgm:prSet/>
      <dgm:spPr/>
      <dgm:t>
        <a:bodyPr/>
        <a:lstStyle/>
        <a:p>
          <a:endParaRPr lang="en-US"/>
        </a:p>
      </dgm:t>
    </dgm:pt>
    <dgm:pt modelId="{44D0C550-B5B3-4255-B251-A12590CB42F2}" type="sibTrans" cxnId="{C184B8F1-4429-4AEF-9104-F7E59BE0CDE8}">
      <dgm:prSet/>
      <dgm:spPr/>
      <dgm:t>
        <a:bodyPr/>
        <a:lstStyle/>
        <a:p>
          <a:endParaRPr lang="en-US"/>
        </a:p>
      </dgm:t>
    </dgm:pt>
    <dgm:pt modelId="{DF3757D3-510B-45DC-9D06-148883F1ACB9}">
      <dgm:prSet/>
      <dgm:spPr/>
      <dgm:t>
        <a:bodyPr/>
        <a:lstStyle/>
        <a:p>
          <a:r>
            <a:rPr lang="es-MX" b="0" i="0"/>
            <a:t>Tipo de respuesta.</a:t>
          </a:r>
          <a:endParaRPr lang="en-US"/>
        </a:p>
      </dgm:t>
    </dgm:pt>
    <dgm:pt modelId="{AB1EBF60-E58C-4638-9FF0-5B9BF8D69E9B}" type="parTrans" cxnId="{0CD81365-15A7-402F-A11F-326114E6A4BB}">
      <dgm:prSet/>
      <dgm:spPr/>
      <dgm:t>
        <a:bodyPr/>
        <a:lstStyle/>
        <a:p>
          <a:endParaRPr lang="en-US"/>
        </a:p>
      </dgm:t>
    </dgm:pt>
    <dgm:pt modelId="{FFCF64E1-0F66-4DBD-BA42-CA94B4069F6F}" type="sibTrans" cxnId="{0CD81365-15A7-402F-A11F-326114E6A4BB}">
      <dgm:prSet/>
      <dgm:spPr/>
      <dgm:t>
        <a:bodyPr/>
        <a:lstStyle/>
        <a:p>
          <a:endParaRPr lang="en-US"/>
        </a:p>
      </dgm:t>
    </dgm:pt>
    <dgm:pt modelId="{A0136DBA-A7F9-4A4E-87AB-B45DB836980E}">
      <dgm:prSet/>
      <dgm:spPr/>
      <dgm:t>
        <a:bodyPr/>
        <a:lstStyle/>
        <a:p>
          <a:r>
            <a:rPr lang="es-MX" b="0" i="0"/>
            <a:t>Tipo de actualización.</a:t>
          </a:r>
          <a:endParaRPr lang="en-US"/>
        </a:p>
      </dgm:t>
    </dgm:pt>
    <dgm:pt modelId="{078F6673-751C-49EB-A2D1-1DA3B7B9EA66}" type="parTrans" cxnId="{43CC4F13-74F8-403F-8BF4-BDD1A494AEB3}">
      <dgm:prSet/>
      <dgm:spPr/>
      <dgm:t>
        <a:bodyPr/>
        <a:lstStyle/>
        <a:p>
          <a:endParaRPr lang="en-US"/>
        </a:p>
      </dgm:t>
    </dgm:pt>
    <dgm:pt modelId="{C9701164-278B-477E-B633-9D9C838234A0}" type="sibTrans" cxnId="{43CC4F13-74F8-403F-8BF4-BDD1A494AEB3}">
      <dgm:prSet/>
      <dgm:spPr/>
      <dgm:t>
        <a:bodyPr/>
        <a:lstStyle/>
        <a:p>
          <a:endParaRPr lang="en-US"/>
        </a:p>
      </dgm:t>
    </dgm:pt>
    <dgm:pt modelId="{05F7DB2A-E405-445D-8FEB-8A33A3FA9E39}">
      <dgm:prSet/>
      <dgm:spPr/>
      <dgm:t>
        <a:bodyPr/>
        <a:lstStyle/>
        <a:p>
          <a:r>
            <a:rPr lang="es-MX" b="0" i="0"/>
            <a:t>Tipo de generalización.</a:t>
          </a:r>
          <a:endParaRPr lang="en-US"/>
        </a:p>
      </dgm:t>
    </dgm:pt>
    <dgm:pt modelId="{703388B1-3588-4989-824F-DA3D78B7E01C}" type="parTrans" cxnId="{743FF41A-9B28-4C5D-82B8-796651AFFEDE}">
      <dgm:prSet/>
      <dgm:spPr/>
      <dgm:t>
        <a:bodyPr/>
        <a:lstStyle/>
        <a:p>
          <a:endParaRPr lang="en-US"/>
        </a:p>
      </dgm:t>
    </dgm:pt>
    <dgm:pt modelId="{AF97EC86-BE58-4A18-A4D7-6DA0C4386677}" type="sibTrans" cxnId="{743FF41A-9B28-4C5D-82B8-796651AFFEDE}">
      <dgm:prSet/>
      <dgm:spPr/>
      <dgm:t>
        <a:bodyPr/>
        <a:lstStyle/>
        <a:p>
          <a:endParaRPr lang="en-US"/>
        </a:p>
      </dgm:t>
    </dgm:pt>
    <dgm:pt modelId="{CEA45CCF-FF20-4B7F-85E0-AA19CCAC04A0}" type="pres">
      <dgm:prSet presAssocID="{263E4D62-7E48-483B-B838-082A7A1401C2}" presName="root" presStyleCnt="0">
        <dgm:presLayoutVars>
          <dgm:dir/>
          <dgm:resizeHandles val="exact"/>
        </dgm:presLayoutVars>
      </dgm:prSet>
      <dgm:spPr/>
    </dgm:pt>
    <dgm:pt modelId="{8AC2FCC2-F0AA-41FC-A359-B79C06EC957F}" type="pres">
      <dgm:prSet presAssocID="{0D16D4D6-6EA1-4A43-BB57-C9936E04427C}" presName="compNode" presStyleCnt="0"/>
      <dgm:spPr/>
    </dgm:pt>
    <dgm:pt modelId="{AD31AFCF-0A36-4332-B5DB-DD52D1816411}" type="pres">
      <dgm:prSet presAssocID="{0D16D4D6-6EA1-4A43-BB57-C9936E04427C}" presName="bgRect" presStyleLbl="bgShp" presStyleIdx="0" presStyleCnt="4"/>
      <dgm:spPr/>
    </dgm:pt>
    <dgm:pt modelId="{46319EAE-2BB5-49FC-93B9-1A21E4547C93}" type="pres">
      <dgm:prSet presAssocID="{0D16D4D6-6EA1-4A43-BB57-C9936E04427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EFEB5EA4-C165-45BA-97E2-CAED7DB8F0BD}" type="pres">
      <dgm:prSet presAssocID="{0D16D4D6-6EA1-4A43-BB57-C9936E04427C}" presName="spaceRect" presStyleCnt="0"/>
      <dgm:spPr/>
    </dgm:pt>
    <dgm:pt modelId="{901211CB-83AA-4972-AFED-88F3C57C7FB6}" type="pres">
      <dgm:prSet presAssocID="{0D16D4D6-6EA1-4A43-BB57-C9936E04427C}" presName="parTx" presStyleLbl="revTx" presStyleIdx="0" presStyleCnt="4">
        <dgm:presLayoutVars>
          <dgm:chMax val="0"/>
          <dgm:chPref val="0"/>
        </dgm:presLayoutVars>
      </dgm:prSet>
      <dgm:spPr/>
    </dgm:pt>
    <dgm:pt modelId="{7CA16AD3-4413-4345-AA00-27D255B7C4E8}" type="pres">
      <dgm:prSet presAssocID="{44D0C550-B5B3-4255-B251-A12590CB42F2}" presName="sibTrans" presStyleCnt="0"/>
      <dgm:spPr/>
    </dgm:pt>
    <dgm:pt modelId="{FFF4766F-F5D5-484F-B554-C49CC77E3721}" type="pres">
      <dgm:prSet presAssocID="{DF3757D3-510B-45DC-9D06-148883F1ACB9}" presName="compNode" presStyleCnt="0"/>
      <dgm:spPr/>
    </dgm:pt>
    <dgm:pt modelId="{CA7AEAB5-A40A-4A4E-B09C-A4C857839528}" type="pres">
      <dgm:prSet presAssocID="{DF3757D3-510B-45DC-9D06-148883F1ACB9}" presName="bgRect" presStyleLbl="bgShp" presStyleIdx="1" presStyleCnt="4"/>
      <dgm:spPr/>
    </dgm:pt>
    <dgm:pt modelId="{7812107B-7995-4C4C-8BA9-57A78928212C}" type="pres">
      <dgm:prSet presAssocID="{DF3757D3-510B-45DC-9D06-148883F1ACB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7E3EFE74-8105-4032-BA77-349AA790B751}" type="pres">
      <dgm:prSet presAssocID="{DF3757D3-510B-45DC-9D06-148883F1ACB9}" presName="spaceRect" presStyleCnt="0"/>
      <dgm:spPr/>
    </dgm:pt>
    <dgm:pt modelId="{97CB7341-0D29-43F2-A1F3-A6CD42E8FD43}" type="pres">
      <dgm:prSet presAssocID="{DF3757D3-510B-45DC-9D06-148883F1ACB9}" presName="parTx" presStyleLbl="revTx" presStyleIdx="1" presStyleCnt="4">
        <dgm:presLayoutVars>
          <dgm:chMax val="0"/>
          <dgm:chPref val="0"/>
        </dgm:presLayoutVars>
      </dgm:prSet>
      <dgm:spPr/>
    </dgm:pt>
    <dgm:pt modelId="{149EE42F-77CA-4D65-A529-76830F4D0BC9}" type="pres">
      <dgm:prSet presAssocID="{FFCF64E1-0F66-4DBD-BA42-CA94B4069F6F}" presName="sibTrans" presStyleCnt="0"/>
      <dgm:spPr/>
    </dgm:pt>
    <dgm:pt modelId="{7189F169-CCE3-4405-8A41-661F2A36126C}" type="pres">
      <dgm:prSet presAssocID="{A0136DBA-A7F9-4A4E-87AB-B45DB836980E}" presName="compNode" presStyleCnt="0"/>
      <dgm:spPr/>
    </dgm:pt>
    <dgm:pt modelId="{C32F550D-0C4F-4BD5-BB13-A74EF68386F8}" type="pres">
      <dgm:prSet presAssocID="{A0136DBA-A7F9-4A4E-87AB-B45DB836980E}" presName="bgRect" presStyleLbl="bgShp" presStyleIdx="2" presStyleCnt="4"/>
      <dgm:spPr/>
    </dgm:pt>
    <dgm:pt modelId="{843711B9-B33D-47B5-822E-82910D39BF7E}" type="pres">
      <dgm:prSet presAssocID="{A0136DBA-A7F9-4A4E-87AB-B45DB836980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E2F41665-BC80-4042-9CFF-11A39801B97F}" type="pres">
      <dgm:prSet presAssocID="{A0136DBA-A7F9-4A4E-87AB-B45DB836980E}" presName="spaceRect" presStyleCnt="0"/>
      <dgm:spPr/>
    </dgm:pt>
    <dgm:pt modelId="{7BB22A02-BE67-436C-AAFA-216E79349334}" type="pres">
      <dgm:prSet presAssocID="{A0136DBA-A7F9-4A4E-87AB-B45DB836980E}" presName="parTx" presStyleLbl="revTx" presStyleIdx="2" presStyleCnt="4">
        <dgm:presLayoutVars>
          <dgm:chMax val="0"/>
          <dgm:chPref val="0"/>
        </dgm:presLayoutVars>
      </dgm:prSet>
      <dgm:spPr/>
    </dgm:pt>
    <dgm:pt modelId="{E67E203F-DFBC-4041-B3CF-5C34031524FB}" type="pres">
      <dgm:prSet presAssocID="{C9701164-278B-477E-B633-9D9C838234A0}" presName="sibTrans" presStyleCnt="0"/>
      <dgm:spPr/>
    </dgm:pt>
    <dgm:pt modelId="{AFB32D3C-50CB-443E-9D12-693849401962}" type="pres">
      <dgm:prSet presAssocID="{05F7DB2A-E405-445D-8FEB-8A33A3FA9E39}" presName="compNode" presStyleCnt="0"/>
      <dgm:spPr/>
    </dgm:pt>
    <dgm:pt modelId="{27E621F9-51AE-4984-9C24-010F72CFFB92}" type="pres">
      <dgm:prSet presAssocID="{05F7DB2A-E405-445D-8FEB-8A33A3FA9E39}" presName="bgRect" presStyleLbl="bgShp" presStyleIdx="3" presStyleCnt="4"/>
      <dgm:spPr/>
    </dgm:pt>
    <dgm:pt modelId="{021536EA-886E-4995-8FE2-D3B493E86891}" type="pres">
      <dgm:prSet presAssocID="{05F7DB2A-E405-445D-8FEB-8A33A3FA9E3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nfused Person"/>
        </a:ext>
      </dgm:extLst>
    </dgm:pt>
    <dgm:pt modelId="{2F42A2CC-09EB-4C14-9307-EE9B5BD01FCA}" type="pres">
      <dgm:prSet presAssocID="{05F7DB2A-E405-445D-8FEB-8A33A3FA9E39}" presName="spaceRect" presStyleCnt="0"/>
      <dgm:spPr/>
    </dgm:pt>
    <dgm:pt modelId="{C8EA3091-D325-4053-9FCD-3851FA5A8AB9}" type="pres">
      <dgm:prSet presAssocID="{05F7DB2A-E405-445D-8FEB-8A33A3FA9E39}" presName="parTx" presStyleLbl="revTx" presStyleIdx="3" presStyleCnt="4">
        <dgm:presLayoutVars>
          <dgm:chMax val="0"/>
          <dgm:chPref val="0"/>
        </dgm:presLayoutVars>
      </dgm:prSet>
      <dgm:spPr/>
    </dgm:pt>
  </dgm:ptLst>
  <dgm:cxnLst>
    <dgm:cxn modelId="{43CC4F13-74F8-403F-8BF4-BDD1A494AEB3}" srcId="{263E4D62-7E48-483B-B838-082A7A1401C2}" destId="{A0136DBA-A7F9-4A4E-87AB-B45DB836980E}" srcOrd="2" destOrd="0" parTransId="{078F6673-751C-49EB-A2D1-1DA3B7B9EA66}" sibTransId="{C9701164-278B-477E-B633-9D9C838234A0}"/>
    <dgm:cxn modelId="{743FF41A-9B28-4C5D-82B8-796651AFFEDE}" srcId="{263E4D62-7E48-483B-B838-082A7A1401C2}" destId="{05F7DB2A-E405-445D-8FEB-8A33A3FA9E39}" srcOrd="3" destOrd="0" parTransId="{703388B1-3588-4989-824F-DA3D78B7E01C}" sibTransId="{AF97EC86-BE58-4A18-A4D7-6DA0C4386677}"/>
    <dgm:cxn modelId="{0CD81365-15A7-402F-A11F-326114E6A4BB}" srcId="{263E4D62-7E48-483B-B838-082A7A1401C2}" destId="{DF3757D3-510B-45DC-9D06-148883F1ACB9}" srcOrd="1" destOrd="0" parTransId="{AB1EBF60-E58C-4638-9FF0-5B9BF8D69E9B}" sibTransId="{FFCF64E1-0F66-4DBD-BA42-CA94B4069F6F}"/>
    <dgm:cxn modelId="{584DCF67-BE4B-41FF-807E-0E4AF91FF8A4}" type="presOf" srcId="{A0136DBA-A7F9-4A4E-87AB-B45DB836980E}" destId="{7BB22A02-BE67-436C-AAFA-216E79349334}" srcOrd="0" destOrd="0" presId="urn:microsoft.com/office/officeart/2018/2/layout/IconVerticalSolidList"/>
    <dgm:cxn modelId="{DA8B6394-F3B0-40AF-8EB7-73E9F076EDEA}" type="presOf" srcId="{05F7DB2A-E405-445D-8FEB-8A33A3FA9E39}" destId="{C8EA3091-D325-4053-9FCD-3851FA5A8AB9}" srcOrd="0" destOrd="0" presId="urn:microsoft.com/office/officeart/2018/2/layout/IconVerticalSolidList"/>
    <dgm:cxn modelId="{5F8BC1CB-14C0-45AF-8252-2AFB6E49FE12}" type="presOf" srcId="{DF3757D3-510B-45DC-9D06-148883F1ACB9}" destId="{97CB7341-0D29-43F2-A1F3-A6CD42E8FD43}" srcOrd="0" destOrd="0" presId="urn:microsoft.com/office/officeart/2018/2/layout/IconVerticalSolidList"/>
    <dgm:cxn modelId="{ED6C96E2-3203-493F-902F-260892126818}" type="presOf" srcId="{263E4D62-7E48-483B-B838-082A7A1401C2}" destId="{CEA45CCF-FF20-4B7F-85E0-AA19CCAC04A0}" srcOrd="0" destOrd="0" presId="urn:microsoft.com/office/officeart/2018/2/layout/IconVerticalSolidList"/>
    <dgm:cxn modelId="{E45A05ED-0BA3-498A-906E-61A4D23ECEEA}" type="presOf" srcId="{0D16D4D6-6EA1-4A43-BB57-C9936E04427C}" destId="{901211CB-83AA-4972-AFED-88F3C57C7FB6}" srcOrd="0" destOrd="0" presId="urn:microsoft.com/office/officeart/2018/2/layout/IconVerticalSolidList"/>
    <dgm:cxn modelId="{C184B8F1-4429-4AEF-9104-F7E59BE0CDE8}" srcId="{263E4D62-7E48-483B-B838-082A7A1401C2}" destId="{0D16D4D6-6EA1-4A43-BB57-C9936E04427C}" srcOrd="0" destOrd="0" parTransId="{E8401825-D962-419D-BF29-ED945D53963D}" sibTransId="{44D0C550-B5B3-4255-B251-A12590CB42F2}"/>
    <dgm:cxn modelId="{DB82656A-801E-46FF-AE54-755131A604E4}" type="presParOf" srcId="{CEA45CCF-FF20-4B7F-85E0-AA19CCAC04A0}" destId="{8AC2FCC2-F0AA-41FC-A359-B79C06EC957F}" srcOrd="0" destOrd="0" presId="urn:microsoft.com/office/officeart/2018/2/layout/IconVerticalSolidList"/>
    <dgm:cxn modelId="{D9A016D2-EBFD-4880-9828-FD372128FF83}" type="presParOf" srcId="{8AC2FCC2-F0AA-41FC-A359-B79C06EC957F}" destId="{AD31AFCF-0A36-4332-B5DB-DD52D1816411}" srcOrd="0" destOrd="0" presId="urn:microsoft.com/office/officeart/2018/2/layout/IconVerticalSolidList"/>
    <dgm:cxn modelId="{0D84472D-7B49-4EFE-8935-3927171D5A9D}" type="presParOf" srcId="{8AC2FCC2-F0AA-41FC-A359-B79C06EC957F}" destId="{46319EAE-2BB5-49FC-93B9-1A21E4547C93}" srcOrd="1" destOrd="0" presId="urn:microsoft.com/office/officeart/2018/2/layout/IconVerticalSolidList"/>
    <dgm:cxn modelId="{D9AC399F-7AEE-4F06-9504-08E1DC47E92B}" type="presParOf" srcId="{8AC2FCC2-F0AA-41FC-A359-B79C06EC957F}" destId="{EFEB5EA4-C165-45BA-97E2-CAED7DB8F0BD}" srcOrd="2" destOrd="0" presId="urn:microsoft.com/office/officeart/2018/2/layout/IconVerticalSolidList"/>
    <dgm:cxn modelId="{5A433667-7F15-4ECE-98F3-F78A31546656}" type="presParOf" srcId="{8AC2FCC2-F0AA-41FC-A359-B79C06EC957F}" destId="{901211CB-83AA-4972-AFED-88F3C57C7FB6}" srcOrd="3" destOrd="0" presId="urn:microsoft.com/office/officeart/2018/2/layout/IconVerticalSolidList"/>
    <dgm:cxn modelId="{858C9CC6-2CA0-464D-A115-1D75CE44A424}" type="presParOf" srcId="{CEA45CCF-FF20-4B7F-85E0-AA19CCAC04A0}" destId="{7CA16AD3-4413-4345-AA00-27D255B7C4E8}" srcOrd="1" destOrd="0" presId="urn:microsoft.com/office/officeart/2018/2/layout/IconVerticalSolidList"/>
    <dgm:cxn modelId="{02422E09-A5DC-46A3-82B8-8E066AD70A22}" type="presParOf" srcId="{CEA45CCF-FF20-4B7F-85E0-AA19CCAC04A0}" destId="{FFF4766F-F5D5-484F-B554-C49CC77E3721}" srcOrd="2" destOrd="0" presId="urn:microsoft.com/office/officeart/2018/2/layout/IconVerticalSolidList"/>
    <dgm:cxn modelId="{3DD009D1-E930-4854-B1B3-A0A1A68A0A68}" type="presParOf" srcId="{FFF4766F-F5D5-484F-B554-C49CC77E3721}" destId="{CA7AEAB5-A40A-4A4E-B09C-A4C857839528}" srcOrd="0" destOrd="0" presId="urn:microsoft.com/office/officeart/2018/2/layout/IconVerticalSolidList"/>
    <dgm:cxn modelId="{760F1601-9BF8-4042-BDBC-645FAA0399A5}" type="presParOf" srcId="{FFF4766F-F5D5-484F-B554-C49CC77E3721}" destId="{7812107B-7995-4C4C-8BA9-57A78928212C}" srcOrd="1" destOrd="0" presId="urn:microsoft.com/office/officeart/2018/2/layout/IconVerticalSolidList"/>
    <dgm:cxn modelId="{5090C577-BDC2-400D-BA89-4756D4FD08E6}" type="presParOf" srcId="{FFF4766F-F5D5-484F-B554-C49CC77E3721}" destId="{7E3EFE74-8105-4032-BA77-349AA790B751}" srcOrd="2" destOrd="0" presId="urn:microsoft.com/office/officeart/2018/2/layout/IconVerticalSolidList"/>
    <dgm:cxn modelId="{0BFB5FF3-96E0-416D-B0D7-B8EF206EC7EF}" type="presParOf" srcId="{FFF4766F-F5D5-484F-B554-C49CC77E3721}" destId="{97CB7341-0D29-43F2-A1F3-A6CD42E8FD43}" srcOrd="3" destOrd="0" presId="urn:microsoft.com/office/officeart/2018/2/layout/IconVerticalSolidList"/>
    <dgm:cxn modelId="{0A0399B7-234A-4E2F-AB2E-F5FE6E34CB50}" type="presParOf" srcId="{CEA45CCF-FF20-4B7F-85E0-AA19CCAC04A0}" destId="{149EE42F-77CA-4D65-A529-76830F4D0BC9}" srcOrd="3" destOrd="0" presId="urn:microsoft.com/office/officeart/2018/2/layout/IconVerticalSolidList"/>
    <dgm:cxn modelId="{8DFD83BC-7654-419D-9234-A04ACE14CA7B}" type="presParOf" srcId="{CEA45CCF-FF20-4B7F-85E0-AA19CCAC04A0}" destId="{7189F169-CCE3-4405-8A41-661F2A36126C}" srcOrd="4" destOrd="0" presId="urn:microsoft.com/office/officeart/2018/2/layout/IconVerticalSolidList"/>
    <dgm:cxn modelId="{AD7E0FD0-7358-4F90-8AD1-0CCEE79D6BB1}" type="presParOf" srcId="{7189F169-CCE3-4405-8A41-661F2A36126C}" destId="{C32F550D-0C4F-4BD5-BB13-A74EF68386F8}" srcOrd="0" destOrd="0" presId="urn:microsoft.com/office/officeart/2018/2/layout/IconVerticalSolidList"/>
    <dgm:cxn modelId="{C20852DA-6B34-47C3-8300-93CB22683EDE}" type="presParOf" srcId="{7189F169-CCE3-4405-8A41-661F2A36126C}" destId="{843711B9-B33D-47B5-822E-82910D39BF7E}" srcOrd="1" destOrd="0" presId="urn:microsoft.com/office/officeart/2018/2/layout/IconVerticalSolidList"/>
    <dgm:cxn modelId="{826E6A40-30BE-449D-AA81-3112C75868A0}" type="presParOf" srcId="{7189F169-CCE3-4405-8A41-661F2A36126C}" destId="{E2F41665-BC80-4042-9CFF-11A39801B97F}" srcOrd="2" destOrd="0" presId="urn:microsoft.com/office/officeart/2018/2/layout/IconVerticalSolidList"/>
    <dgm:cxn modelId="{D64631B9-76D7-4612-959B-0BCBEEA25732}" type="presParOf" srcId="{7189F169-CCE3-4405-8A41-661F2A36126C}" destId="{7BB22A02-BE67-436C-AAFA-216E79349334}" srcOrd="3" destOrd="0" presId="urn:microsoft.com/office/officeart/2018/2/layout/IconVerticalSolidList"/>
    <dgm:cxn modelId="{8ED5815C-074A-43C4-99A1-7D12D9D7482A}" type="presParOf" srcId="{CEA45CCF-FF20-4B7F-85E0-AA19CCAC04A0}" destId="{E67E203F-DFBC-4041-B3CF-5C34031524FB}" srcOrd="5" destOrd="0" presId="urn:microsoft.com/office/officeart/2018/2/layout/IconVerticalSolidList"/>
    <dgm:cxn modelId="{1F69AB68-E449-4292-923E-61765B1091F8}" type="presParOf" srcId="{CEA45CCF-FF20-4B7F-85E0-AA19CCAC04A0}" destId="{AFB32D3C-50CB-443E-9D12-693849401962}" srcOrd="6" destOrd="0" presId="urn:microsoft.com/office/officeart/2018/2/layout/IconVerticalSolidList"/>
    <dgm:cxn modelId="{92BC2836-4192-4C79-9628-EF08F14CF013}" type="presParOf" srcId="{AFB32D3C-50CB-443E-9D12-693849401962}" destId="{27E621F9-51AE-4984-9C24-010F72CFFB92}" srcOrd="0" destOrd="0" presId="urn:microsoft.com/office/officeart/2018/2/layout/IconVerticalSolidList"/>
    <dgm:cxn modelId="{ED806C53-5BE3-4A88-A137-D99CE27999A7}" type="presParOf" srcId="{AFB32D3C-50CB-443E-9D12-693849401962}" destId="{021536EA-886E-4995-8FE2-D3B493E86891}" srcOrd="1" destOrd="0" presId="urn:microsoft.com/office/officeart/2018/2/layout/IconVerticalSolidList"/>
    <dgm:cxn modelId="{110937A8-38A3-4532-9D7D-43F8CF9C958F}" type="presParOf" srcId="{AFB32D3C-50CB-443E-9D12-693849401962}" destId="{2F42A2CC-09EB-4C14-9307-EE9B5BD01FCA}" srcOrd="2" destOrd="0" presId="urn:microsoft.com/office/officeart/2018/2/layout/IconVerticalSolidList"/>
    <dgm:cxn modelId="{1FE0750B-30A7-49F5-8714-65E92A17A8CF}" type="presParOf" srcId="{AFB32D3C-50CB-443E-9D12-693849401962}" destId="{C8EA3091-D325-4053-9FCD-3851FA5A8AB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9569AD-86CD-4B2D-A796-A7C3516B16F5}" type="doc">
      <dgm:prSet loTypeId="urn:microsoft.com/office/officeart/2005/8/layout/hierarchy1" loCatId="hierarchy" qsTypeId="urn:microsoft.com/office/officeart/2005/8/quickstyle/simple4" qsCatId="simple" csTypeId="urn:microsoft.com/office/officeart/2005/8/colors/accent0_3" csCatId="mainScheme" phldr="1"/>
      <dgm:spPr/>
      <dgm:t>
        <a:bodyPr/>
        <a:lstStyle/>
        <a:p>
          <a:endParaRPr lang="en-US"/>
        </a:p>
      </dgm:t>
    </dgm:pt>
    <dgm:pt modelId="{F5326770-AB0C-4AA9-AEF9-F3813BAB0057}">
      <dgm:prSet/>
      <dgm:spPr/>
      <dgm:t>
        <a:bodyPr/>
        <a:lstStyle/>
        <a:p>
          <a:r>
            <a:rPr lang="es-MX" b="0" i="0"/>
            <a:t>Insuficiencia de Datos</a:t>
          </a:r>
          <a:endParaRPr lang="en-US"/>
        </a:p>
      </dgm:t>
    </dgm:pt>
    <dgm:pt modelId="{7B0D5379-DE3D-4E45-AB21-F86A8CA68D2B}" type="parTrans" cxnId="{56A949FD-FFD2-4349-9A28-2359F3C10DA9}">
      <dgm:prSet/>
      <dgm:spPr/>
      <dgm:t>
        <a:bodyPr/>
        <a:lstStyle/>
        <a:p>
          <a:endParaRPr lang="en-US"/>
        </a:p>
      </dgm:t>
    </dgm:pt>
    <dgm:pt modelId="{FF236FE3-4DBA-47D2-BC9D-951B56E454BE}" type="sibTrans" cxnId="{56A949FD-FFD2-4349-9A28-2359F3C10DA9}">
      <dgm:prSet/>
      <dgm:spPr/>
      <dgm:t>
        <a:bodyPr/>
        <a:lstStyle/>
        <a:p>
          <a:endParaRPr lang="en-US"/>
        </a:p>
      </dgm:t>
    </dgm:pt>
    <dgm:pt modelId="{776F4E39-5351-4082-B508-E25FF5F833A8}">
      <dgm:prSet/>
      <dgm:spPr/>
      <dgm:t>
        <a:bodyPr/>
        <a:lstStyle/>
        <a:p>
          <a:r>
            <a:rPr lang="es-MX" b="0" i="0"/>
            <a:t>Datos no Representativos</a:t>
          </a:r>
          <a:endParaRPr lang="en-US"/>
        </a:p>
      </dgm:t>
    </dgm:pt>
    <dgm:pt modelId="{8AC68FFF-4441-42E7-A1CD-54852C4764FB}" type="parTrans" cxnId="{D79ABA10-C9B1-4B28-B3EB-71891730D230}">
      <dgm:prSet/>
      <dgm:spPr/>
      <dgm:t>
        <a:bodyPr/>
        <a:lstStyle/>
        <a:p>
          <a:endParaRPr lang="en-US"/>
        </a:p>
      </dgm:t>
    </dgm:pt>
    <dgm:pt modelId="{12079C7C-D7F5-48F2-9E70-CD66719BA0D9}" type="sibTrans" cxnId="{D79ABA10-C9B1-4B28-B3EB-71891730D230}">
      <dgm:prSet/>
      <dgm:spPr/>
      <dgm:t>
        <a:bodyPr/>
        <a:lstStyle/>
        <a:p>
          <a:endParaRPr lang="en-US"/>
        </a:p>
      </dgm:t>
    </dgm:pt>
    <dgm:pt modelId="{29381A56-AE3C-40AC-8061-7531908B3A94}">
      <dgm:prSet/>
      <dgm:spPr/>
      <dgm:t>
        <a:bodyPr/>
        <a:lstStyle/>
        <a:p>
          <a:r>
            <a:rPr lang="es-MX" b="0" i="0" dirty="0"/>
            <a:t>Características del Buen Dato</a:t>
          </a:r>
          <a:endParaRPr lang="en-US" dirty="0"/>
        </a:p>
      </dgm:t>
    </dgm:pt>
    <dgm:pt modelId="{667808E4-D0F8-43C0-9023-CADA6D13BFF5}" type="parTrans" cxnId="{0FC26BC3-C2BC-44CA-9FD3-F814BC109AD7}">
      <dgm:prSet/>
      <dgm:spPr/>
      <dgm:t>
        <a:bodyPr/>
        <a:lstStyle/>
        <a:p>
          <a:endParaRPr lang="en-US"/>
        </a:p>
      </dgm:t>
    </dgm:pt>
    <dgm:pt modelId="{88FD6775-89D9-4604-9DE5-54B457A120C1}" type="sibTrans" cxnId="{0FC26BC3-C2BC-44CA-9FD3-F814BC109AD7}">
      <dgm:prSet/>
      <dgm:spPr/>
      <dgm:t>
        <a:bodyPr/>
        <a:lstStyle/>
        <a:p>
          <a:endParaRPr lang="en-US"/>
        </a:p>
      </dgm:t>
    </dgm:pt>
    <dgm:pt modelId="{8C225E83-B62C-41CB-A58D-54D7C43F7B84}">
      <dgm:prSet/>
      <dgm:spPr/>
      <dgm:t>
        <a:bodyPr/>
        <a:lstStyle/>
        <a:p>
          <a:r>
            <a:rPr lang="es-MX" b="0" i="0" dirty="0"/>
            <a:t>Variables Irrelevantes</a:t>
          </a:r>
          <a:endParaRPr lang="en-US" dirty="0"/>
        </a:p>
      </dgm:t>
    </dgm:pt>
    <dgm:pt modelId="{451445DF-9154-4BC8-8F70-FEB1B075F958}" type="parTrans" cxnId="{A9D50AE9-E93B-45AF-A102-D5FBB410A81C}">
      <dgm:prSet/>
      <dgm:spPr/>
      <dgm:t>
        <a:bodyPr/>
        <a:lstStyle/>
        <a:p>
          <a:endParaRPr lang="es-MX"/>
        </a:p>
      </dgm:t>
    </dgm:pt>
    <dgm:pt modelId="{1ECCA42F-BE95-4756-95A7-65B9BC32B4CE}" type="sibTrans" cxnId="{A9D50AE9-E93B-45AF-A102-D5FBB410A81C}">
      <dgm:prSet/>
      <dgm:spPr/>
      <dgm:t>
        <a:bodyPr/>
        <a:lstStyle/>
        <a:p>
          <a:endParaRPr lang="es-MX"/>
        </a:p>
      </dgm:t>
    </dgm:pt>
    <dgm:pt modelId="{2FE47223-6322-4ADE-86AE-93CAF5A17DDE}" type="pres">
      <dgm:prSet presAssocID="{C29569AD-86CD-4B2D-A796-A7C3516B16F5}" presName="hierChild1" presStyleCnt="0">
        <dgm:presLayoutVars>
          <dgm:chPref val="1"/>
          <dgm:dir/>
          <dgm:animOne val="branch"/>
          <dgm:animLvl val="lvl"/>
          <dgm:resizeHandles/>
        </dgm:presLayoutVars>
      </dgm:prSet>
      <dgm:spPr/>
    </dgm:pt>
    <dgm:pt modelId="{839F8E10-C504-43BC-B2C5-8A75F3E3342B}" type="pres">
      <dgm:prSet presAssocID="{F5326770-AB0C-4AA9-AEF9-F3813BAB0057}" presName="hierRoot1" presStyleCnt="0"/>
      <dgm:spPr/>
    </dgm:pt>
    <dgm:pt modelId="{6EA41FA6-C29F-42FA-B484-49AE07B82110}" type="pres">
      <dgm:prSet presAssocID="{F5326770-AB0C-4AA9-AEF9-F3813BAB0057}" presName="composite" presStyleCnt="0"/>
      <dgm:spPr/>
    </dgm:pt>
    <dgm:pt modelId="{4494FD94-3BF8-4C65-AEE8-377D319B5EE3}" type="pres">
      <dgm:prSet presAssocID="{F5326770-AB0C-4AA9-AEF9-F3813BAB0057}" presName="background" presStyleLbl="node0" presStyleIdx="0" presStyleCnt="4"/>
      <dgm:spPr/>
    </dgm:pt>
    <dgm:pt modelId="{3610EDC6-2785-412F-946C-5305C0AC00E9}" type="pres">
      <dgm:prSet presAssocID="{F5326770-AB0C-4AA9-AEF9-F3813BAB0057}" presName="text" presStyleLbl="fgAcc0" presStyleIdx="0" presStyleCnt="4">
        <dgm:presLayoutVars>
          <dgm:chPref val="3"/>
        </dgm:presLayoutVars>
      </dgm:prSet>
      <dgm:spPr/>
    </dgm:pt>
    <dgm:pt modelId="{FD527EA0-0786-486A-86AA-B1015C181A04}" type="pres">
      <dgm:prSet presAssocID="{F5326770-AB0C-4AA9-AEF9-F3813BAB0057}" presName="hierChild2" presStyleCnt="0"/>
      <dgm:spPr/>
    </dgm:pt>
    <dgm:pt modelId="{84F44A09-C4C2-4672-807A-D9DE642B3258}" type="pres">
      <dgm:prSet presAssocID="{776F4E39-5351-4082-B508-E25FF5F833A8}" presName="hierRoot1" presStyleCnt="0"/>
      <dgm:spPr/>
    </dgm:pt>
    <dgm:pt modelId="{1457C687-95E1-49D1-967F-B80E6E6262A8}" type="pres">
      <dgm:prSet presAssocID="{776F4E39-5351-4082-B508-E25FF5F833A8}" presName="composite" presStyleCnt="0"/>
      <dgm:spPr/>
    </dgm:pt>
    <dgm:pt modelId="{83FF970D-534F-42EF-B3DB-A5C9D134AD60}" type="pres">
      <dgm:prSet presAssocID="{776F4E39-5351-4082-B508-E25FF5F833A8}" presName="background" presStyleLbl="node0" presStyleIdx="1" presStyleCnt="4"/>
      <dgm:spPr/>
    </dgm:pt>
    <dgm:pt modelId="{501E456F-225F-459F-83FB-4F747EAAD4D7}" type="pres">
      <dgm:prSet presAssocID="{776F4E39-5351-4082-B508-E25FF5F833A8}" presName="text" presStyleLbl="fgAcc0" presStyleIdx="1" presStyleCnt="4">
        <dgm:presLayoutVars>
          <dgm:chPref val="3"/>
        </dgm:presLayoutVars>
      </dgm:prSet>
      <dgm:spPr/>
    </dgm:pt>
    <dgm:pt modelId="{D06F990F-DFB6-4533-8951-EF825D624A68}" type="pres">
      <dgm:prSet presAssocID="{776F4E39-5351-4082-B508-E25FF5F833A8}" presName="hierChild2" presStyleCnt="0"/>
      <dgm:spPr/>
    </dgm:pt>
    <dgm:pt modelId="{6E1EF4A4-E599-4AF3-9574-D4B5D81E9D8B}" type="pres">
      <dgm:prSet presAssocID="{29381A56-AE3C-40AC-8061-7531908B3A94}" presName="hierRoot1" presStyleCnt="0"/>
      <dgm:spPr/>
    </dgm:pt>
    <dgm:pt modelId="{5564817A-EF76-404A-830F-4283B18680B9}" type="pres">
      <dgm:prSet presAssocID="{29381A56-AE3C-40AC-8061-7531908B3A94}" presName="composite" presStyleCnt="0"/>
      <dgm:spPr/>
    </dgm:pt>
    <dgm:pt modelId="{A3BBCBD4-AA89-45AA-968B-719CBB7E7617}" type="pres">
      <dgm:prSet presAssocID="{29381A56-AE3C-40AC-8061-7531908B3A94}" presName="background" presStyleLbl="node0" presStyleIdx="2" presStyleCnt="4"/>
      <dgm:spPr/>
    </dgm:pt>
    <dgm:pt modelId="{B3481477-6D27-4685-B89B-AC0623C4A6CA}" type="pres">
      <dgm:prSet presAssocID="{29381A56-AE3C-40AC-8061-7531908B3A94}" presName="text" presStyleLbl="fgAcc0" presStyleIdx="2" presStyleCnt="4">
        <dgm:presLayoutVars>
          <dgm:chPref val="3"/>
        </dgm:presLayoutVars>
      </dgm:prSet>
      <dgm:spPr/>
    </dgm:pt>
    <dgm:pt modelId="{8966A3B6-CC67-4053-890E-6F12F6244921}" type="pres">
      <dgm:prSet presAssocID="{29381A56-AE3C-40AC-8061-7531908B3A94}" presName="hierChild2" presStyleCnt="0"/>
      <dgm:spPr/>
    </dgm:pt>
    <dgm:pt modelId="{494A9404-2799-4F3E-A0C8-73FC7A63C492}" type="pres">
      <dgm:prSet presAssocID="{8C225E83-B62C-41CB-A58D-54D7C43F7B84}" presName="hierRoot1" presStyleCnt="0"/>
      <dgm:spPr/>
    </dgm:pt>
    <dgm:pt modelId="{1554B28D-402C-4774-B5E2-738F49DE9617}" type="pres">
      <dgm:prSet presAssocID="{8C225E83-B62C-41CB-A58D-54D7C43F7B84}" presName="composite" presStyleCnt="0"/>
      <dgm:spPr/>
    </dgm:pt>
    <dgm:pt modelId="{AAD61172-814A-4180-AD22-5FB251AFE1BD}" type="pres">
      <dgm:prSet presAssocID="{8C225E83-B62C-41CB-A58D-54D7C43F7B84}" presName="background" presStyleLbl="node0" presStyleIdx="3" presStyleCnt="4"/>
      <dgm:spPr/>
    </dgm:pt>
    <dgm:pt modelId="{715A962E-D27B-4336-A40F-11F0871F761E}" type="pres">
      <dgm:prSet presAssocID="{8C225E83-B62C-41CB-A58D-54D7C43F7B84}" presName="text" presStyleLbl="fgAcc0" presStyleIdx="3" presStyleCnt="4">
        <dgm:presLayoutVars>
          <dgm:chPref val="3"/>
        </dgm:presLayoutVars>
      </dgm:prSet>
      <dgm:spPr/>
    </dgm:pt>
    <dgm:pt modelId="{B714544B-CDE0-4526-A473-961133466A5D}" type="pres">
      <dgm:prSet presAssocID="{8C225E83-B62C-41CB-A58D-54D7C43F7B84}" presName="hierChild2" presStyleCnt="0"/>
      <dgm:spPr/>
    </dgm:pt>
  </dgm:ptLst>
  <dgm:cxnLst>
    <dgm:cxn modelId="{D79ABA10-C9B1-4B28-B3EB-71891730D230}" srcId="{C29569AD-86CD-4B2D-A796-A7C3516B16F5}" destId="{776F4E39-5351-4082-B508-E25FF5F833A8}" srcOrd="1" destOrd="0" parTransId="{8AC68FFF-4441-42E7-A1CD-54852C4764FB}" sibTransId="{12079C7C-D7F5-48F2-9E70-CD66719BA0D9}"/>
    <dgm:cxn modelId="{6AD61871-0F07-45FD-87C1-D8025E301EF6}" type="presOf" srcId="{29381A56-AE3C-40AC-8061-7531908B3A94}" destId="{B3481477-6D27-4685-B89B-AC0623C4A6CA}" srcOrd="0" destOrd="0" presId="urn:microsoft.com/office/officeart/2005/8/layout/hierarchy1"/>
    <dgm:cxn modelId="{71EFC698-C276-4FD7-B1BD-5FE0C301DE6E}" type="presOf" srcId="{F5326770-AB0C-4AA9-AEF9-F3813BAB0057}" destId="{3610EDC6-2785-412F-946C-5305C0AC00E9}" srcOrd="0" destOrd="0" presId="urn:microsoft.com/office/officeart/2005/8/layout/hierarchy1"/>
    <dgm:cxn modelId="{0FC26BC3-C2BC-44CA-9FD3-F814BC109AD7}" srcId="{C29569AD-86CD-4B2D-A796-A7C3516B16F5}" destId="{29381A56-AE3C-40AC-8061-7531908B3A94}" srcOrd="2" destOrd="0" parTransId="{667808E4-D0F8-43C0-9023-CADA6D13BFF5}" sibTransId="{88FD6775-89D9-4604-9DE5-54B457A120C1}"/>
    <dgm:cxn modelId="{3352CDC6-EF2B-4353-9CF4-124A1E1F4C2E}" type="presOf" srcId="{C29569AD-86CD-4B2D-A796-A7C3516B16F5}" destId="{2FE47223-6322-4ADE-86AE-93CAF5A17DDE}" srcOrd="0" destOrd="0" presId="urn:microsoft.com/office/officeart/2005/8/layout/hierarchy1"/>
    <dgm:cxn modelId="{A9D50AE9-E93B-45AF-A102-D5FBB410A81C}" srcId="{C29569AD-86CD-4B2D-A796-A7C3516B16F5}" destId="{8C225E83-B62C-41CB-A58D-54D7C43F7B84}" srcOrd="3" destOrd="0" parTransId="{451445DF-9154-4BC8-8F70-FEB1B075F958}" sibTransId="{1ECCA42F-BE95-4756-95A7-65B9BC32B4CE}"/>
    <dgm:cxn modelId="{757397F8-E02C-4C08-BDB5-75FFA94EA5FE}" type="presOf" srcId="{776F4E39-5351-4082-B508-E25FF5F833A8}" destId="{501E456F-225F-459F-83FB-4F747EAAD4D7}" srcOrd="0" destOrd="0" presId="urn:microsoft.com/office/officeart/2005/8/layout/hierarchy1"/>
    <dgm:cxn modelId="{C16EEDF9-222B-4151-A5B6-A211163AD575}" type="presOf" srcId="{8C225E83-B62C-41CB-A58D-54D7C43F7B84}" destId="{715A962E-D27B-4336-A40F-11F0871F761E}" srcOrd="0" destOrd="0" presId="urn:microsoft.com/office/officeart/2005/8/layout/hierarchy1"/>
    <dgm:cxn modelId="{56A949FD-FFD2-4349-9A28-2359F3C10DA9}" srcId="{C29569AD-86CD-4B2D-A796-A7C3516B16F5}" destId="{F5326770-AB0C-4AA9-AEF9-F3813BAB0057}" srcOrd="0" destOrd="0" parTransId="{7B0D5379-DE3D-4E45-AB21-F86A8CA68D2B}" sibTransId="{FF236FE3-4DBA-47D2-BC9D-951B56E454BE}"/>
    <dgm:cxn modelId="{A3F9CAD8-06C8-4FE6-92B7-B4DA8A9AE8D0}" type="presParOf" srcId="{2FE47223-6322-4ADE-86AE-93CAF5A17DDE}" destId="{839F8E10-C504-43BC-B2C5-8A75F3E3342B}" srcOrd="0" destOrd="0" presId="urn:microsoft.com/office/officeart/2005/8/layout/hierarchy1"/>
    <dgm:cxn modelId="{EAA4A075-2289-44D5-9ADC-68AF408B4371}" type="presParOf" srcId="{839F8E10-C504-43BC-B2C5-8A75F3E3342B}" destId="{6EA41FA6-C29F-42FA-B484-49AE07B82110}" srcOrd="0" destOrd="0" presId="urn:microsoft.com/office/officeart/2005/8/layout/hierarchy1"/>
    <dgm:cxn modelId="{331AD092-01D0-48BB-BDE5-D9B8FD8B006B}" type="presParOf" srcId="{6EA41FA6-C29F-42FA-B484-49AE07B82110}" destId="{4494FD94-3BF8-4C65-AEE8-377D319B5EE3}" srcOrd="0" destOrd="0" presId="urn:microsoft.com/office/officeart/2005/8/layout/hierarchy1"/>
    <dgm:cxn modelId="{921BD228-BAEA-4B2F-96FB-C0044598E9D0}" type="presParOf" srcId="{6EA41FA6-C29F-42FA-B484-49AE07B82110}" destId="{3610EDC6-2785-412F-946C-5305C0AC00E9}" srcOrd="1" destOrd="0" presId="urn:microsoft.com/office/officeart/2005/8/layout/hierarchy1"/>
    <dgm:cxn modelId="{FC314922-C8C4-4CCA-9E20-BB3F58BF1F71}" type="presParOf" srcId="{839F8E10-C504-43BC-B2C5-8A75F3E3342B}" destId="{FD527EA0-0786-486A-86AA-B1015C181A04}" srcOrd="1" destOrd="0" presId="urn:microsoft.com/office/officeart/2005/8/layout/hierarchy1"/>
    <dgm:cxn modelId="{B4A65095-6821-44BE-87D3-5D4C9C4E555C}" type="presParOf" srcId="{2FE47223-6322-4ADE-86AE-93CAF5A17DDE}" destId="{84F44A09-C4C2-4672-807A-D9DE642B3258}" srcOrd="1" destOrd="0" presId="urn:microsoft.com/office/officeart/2005/8/layout/hierarchy1"/>
    <dgm:cxn modelId="{899FDA61-34C3-4982-A80D-4DA405BFCCC4}" type="presParOf" srcId="{84F44A09-C4C2-4672-807A-D9DE642B3258}" destId="{1457C687-95E1-49D1-967F-B80E6E6262A8}" srcOrd="0" destOrd="0" presId="urn:microsoft.com/office/officeart/2005/8/layout/hierarchy1"/>
    <dgm:cxn modelId="{C425671E-F91A-4114-98C1-D8A6A14A7F3C}" type="presParOf" srcId="{1457C687-95E1-49D1-967F-B80E6E6262A8}" destId="{83FF970D-534F-42EF-B3DB-A5C9D134AD60}" srcOrd="0" destOrd="0" presId="urn:microsoft.com/office/officeart/2005/8/layout/hierarchy1"/>
    <dgm:cxn modelId="{F96D4500-D91A-4746-94F9-ABE1D7715EFA}" type="presParOf" srcId="{1457C687-95E1-49D1-967F-B80E6E6262A8}" destId="{501E456F-225F-459F-83FB-4F747EAAD4D7}" srcOrd="1" destOrd="0" presId="urn:microsoft.com/office/officeart/2005/8/layout/hierarchy1"/>
    <dgm:cxn modelId="{FAD5C53C-8D31-4A9D-BD24-068697D7AED5}" type="presParOf" srcId="{84F44A09-C4C2-4672-807A-D9DE642B3258}" destId="{D06F990F-DFB6-4533-8951-EF825D624A68}" srcOrd="1" destOrd="0" presId="urn:microsoft.com/office/officeart/2005/8/layout/hierarchy1"/>
    <dgm:cxn modelId="{DA08847B-5055-4F34-BC89-E878D933D733}" type="presParOf" srcId="{2FE47223-6322-4ADE-86AE-93CAF5A17DDE}" destId="{6E1EF4A4-E599-4AF3-9574-D4B5D81E9D8B}" srcOrd="2" destOrd="0" presId="urn:microsoft.com/office/officeart/2005/8/layout/hierarchy1"/>
    <dgm:cxn modelId="{936407EC-A8AE-4F9A-82B2-FE3114605223}" type="presParOf" srcId="{6E1EF4A4-E599-4AF3-9574-D4B5D81E9D8B}" destId="{5564817A-EF76-404A-830F-4283B18680B9}" srcOrd="0" destOrd="0" presId="urn:microsoft.com/office/officeart/2005/8/layout/hierarchy1"/>
    <dgm:cxn modelId="{0E639F66-6218-4388-ABB8-3D9FE08CF7F6}" type="presParOf" srcId="{5564817A-EF76-404A-830F-4283B18680B9}" destId="{A3BBCBD4-AA89-45AA-968B-719CBB7E7617}" srcOrd="0" destOrd="0" presId="urn:microsoft.com/office/officeart/2005/8/layout/hierarchy1"/>
    <dgm:cxn modelId="{6C07B038-A6E8-4D8C-867A-E0B8D79DBCC5}" type="presParOf" srcId="{5564817A-EF76-404A-830F-4283B18680B9}" destId="{B3481477-6D27-4685-B89B-AC0623C4A6CA}" srcOrd="1" destOrd="0" presId="urn:microsoft.com/office/officeart/2005/8/layout/hierarchy1"/>
    <dgm:cxn modelId="{2552CEE5-9664-4DC0-96B4-11A9516AFE9F}" type="presParOf" srcId="{6E1EF4A4-E599-4AF3-9574-D4B5D81E9D8B}" destId="{8966A3B6-CC67-4053-890E-6F12F6244921}" srcOrd="1" destOrd="0" presId="urn:microsoft.com/office/officeart/2005/8/layout/hierarchy1"/>
    <dgm:cxn modelId="{15FDC225-E430-4DCE-97E5-8C00A07B33FA}" type="presParOf" srcId="{2FE47223-6322-4ADE-86AE-93CAF5A17DDE}" destId="{494A9404-2799-4F3E-A0C8-73FC7A63C492}" srcOrd="3" destOrd="0" presId="urn:microsoft.com/office/officeart/2005/8/layout/hierarchy1"/>
    <dgm:cxn modelId="{3EE66AAD-DEFE-48E8-A4E3-EFF2E15B4C80}" type="presParOf" srcId="{494A9404-2799-4F3E-A0C8-73FC7A63C492}" destId="{1554B28D-402C-4774-B5E2-738F49DE9617}" srcOrd="0" destOrd="0" presId="urn:microsoft.com/office/officeart/2005/8/layout/hierarchy1"/>
    <dgm:cxn modelId="{1C733B5A-E6DA-4909-AFD3-C2969D95E7D0}" type="presParOf" srcId="{1554B28D-402C-4774-B5E2-738F49DE9617}" destId="{AAD61172-814A-4180-AD22-5FB251AFE1BD}" srcOrd="0" destOrd="0" presId="urn:microsoft.com/office/officeart/2005/8/layout/hierarchy1"/>
    <dgm:cxn modelId="{E4A57C02-F3FA-494D-9FE4-2BE03BBA7516}" type="presParOf" srcId="{1554B28D-402C-4774-B5E2-738F49DE9617}" destId="{715A962E-D27B-4336-A40F-11F0871F761E}" srcOrd="1" destOrd="0" presId="urn:microsoft.com/office/officeart/2005/8/layout/hierarchy1"/>
    <dgm:cxn modelId="{CE5C9BD8-0184-49BB-98A2-AF07E74439BC}" type="presParOf" srcId="{494A9404-2799-4F3E-A0C8-73FC7A63C492}" destId="{B714544B-CDE0-4526-A473-961133466A5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FD5FC1C-7348-48C3-8CEC-D7B7E35FC65A}" type="doc">
      <dgm:prSet loTypeId="urn:microsoft.com/office/officeart/2005/8/layout/cycle8" loCatId="cycle" qsTypeId="urn:microsoft.com/office/officeart/2005/8/quickstyle/simple1" qsCatId="simple" csTypeId="urn:microsoft.com/office/officeart/2005/8/colors/colorful5" csCatId="colorful" phldr="1"/>
      <dgm:spPr/>
      <dgm:t>
        <a:bodyPr/>
        <a:lstStyle/>
        <a:p>
          <a:endParaRPr lang="en-US"/>
        </a:p>
      </dgm:t>
    </dgm:pt>
    <dgm:pt modelId="{92B20B87-9D8A-4E09-B58B-5F2E154D10C2}">
      <dgm:prSet custT="1"/>
      <dgm:spPr/>
      <dgm:t>
        <a:bodyPr/>
        <a:lstStyle/>
        <a:p>
          <a:r>
            <a:rPr lang="es-MX" sz="1400" b="0" i="0" dirty="0"/>
            <a:t>Exactos y Precisos</a:t>
          </a:r>
          <a:endParaRPr lang="en-US" sz="1400" dirty="0"/>
        </a:p>
      </dgm:t>
    </dgm:pt>
    <dgm:pt modelId="{DE714490-24AA-4DF0-BDB8-D85D5077B7E5}" type="parTrans" cxnId="{4AE344C2-753B-4A05-B7A4-4AC9FEA1DC01}">
      <dgm:prSet/>
      <dgm:spPr/>
      <dgm:t>
        <a:bodyPr/>
        <a:lstStyle/>
        <a:p>
          <a:endParaRPr lang="en-US" sz="1400"/>
        </a:p>
      </dgm:t>
    </dgm:pt>
    <dgm:pt modelId="{F31C28AD-BC50-4A16-B8E7-AFAE28E5DC78}" type="sibTrans" cxnId="{4AE344C2-753B-4A05-B7A4-4AC9FEA1DC01}">
      <dgm:prSet/>
      <dgm:spPr/>
      <dgm:t>
        <a:bodyPr/>
        <a:lstStyle/>
        <a:p>
          <a:endParaRPr lang="en-US" sz="1400"/>
        </a:p>
      </dgm:t>
    </dgm:pt>
    <dgm:pt modelId="{B9D38CA2-2497-4394-9A84-8785281E7155}">
      <dgm:prSet custT="1"/>
      <dgm:spPr/>
      <dgm:t>
        <a:bodyPr/>
        <a:lstStyle/>
        <a:p>
          <a:r>
            <a:rPr lang="es-MX" sz="1400" b="0" i="0" dirty="0"/>
            <a:t>Legítimos y Validos</a:t>
          </a:r>
          <a:endParaRPr lang="en-US" sz="1400" dirty="0"/>
        </a:p>
      </dgm:t>
    </dgm:pt>
    <dgm:pt modelId="{D534169B-2DAF-46B6-8BA6-11A5B7525369}" type="parTrans" cxnId="{92E15F88-C90A-4F59-A0AC-8227A3AD798A}">
      <dgm:prSet/>
      <dgm:spPr/>
      <dgm:t>
        <a:bodyPr/>
        <a:lstStyle/>
        <a:p>
          <a:endParaRPr lang="en-US" sz="1400"/>
        </a:p>
      </dgm:t>
    </dgm:pt>
    <dgm:pt modelId="{4ABD9755-7950-45FD-8BB0-989EA0C96FB5}" type="sibTrans" cxnId="{92E15F88-C90A-4F59-A0AC-8227A3AD798A}">
      <dgm:prSet/>
      <dgm:spPr/>
      <dgm:t>
        <a:bodyPr/>
        <a:lstStyle/>
        <a:p>
          <a:endParaRPr lang="en-US" sz="1400"/>
        </a:p>
      </dgm:t>
    </dgm:pt>
    <dgm:pt modelId="{6DDED7CB-15C6-4A79-AFC6-F2753C7C7D60}">
      <dgm:prSet custT="1"/>
      <dgm:spPr/>
      <dgm:t>
        <a:bodyPr/>
        <a:lstStyle/>
        <a:p>
          <a:r>
            <a:rPr lang="es-MX" sz="1400" b="0" i="0" dirty="0"/>
            <a:t>Consistentes y Confiables</a:t>
          </a:r>
          <a:endParaRPr lang="en-US" sz="1400" dirty="0"/>
        </a:p>
      </dgm:t>
    </dgm:pt>
    <dgm:pt modelId="{C76E4092-F655-41D4-8484-04DB3680DB5F}" type="parTrans" cxnId="{A3B86BD8-D00F-4B2C-BB1C-777DA98B74CC}">
      <dgm:prSet/>
      <dgm:spPr/>
      <dgm:t>
        <a:bodyPr/>
        <a:lstStyle/>
        <a:p>
          <a:endParaRPr lang="en-US" sz="1400"/>
        </a:p>
      </dgm:t>
    </dgm:pt>
    <dgm:pt modelId="{9883EED8-A3E4-4EE7-9543-7B6C52EF7C5B}" type="sibTrans" cxnId="{A3B86BD8-D00F-4B2C-BB1C-777DA98B74CC}">
      <dgm:prSet/>
      <dgm:spPr/>
      <dgm:t>
        <a:bodyPr/>
        <a:lstStyle/>
        <a:p>
          <a:endParaRPr lang="en-US" sz="1400"/>
        </a:p>
      </dgm:t>
    </dgm:pt>
    <dgm:pt modelId="{737267DC-6F43-43F4-869C-63B471F08AA1}">
      <dgm:prSet custT="1"/>
      <dgm:spPr/>
      <dgm:t>
        <a:bodyPr/>
        <a:lstStyle/>
        <a:p>
          <a:r>
            <a:rPr lang="es-MX" sz="1400" b="0" i="0" dirty="0"/>
            <a:t>Relevantes y Actualizados</a:t>
          </a:r>
          <a:endParaRPr lang="en-US" sz="1400" dirty="0"/>
        </a:p>
      </dgm:t>
    </dgm:pt>
    <dgm:pt modelId="{F2ACE364-C1FF-4002-8938-5D421C19E52F}" type="parTrans" cxnId="{72A6860B-6C33-4AF8-A469-E25BF211B355}">
      <dgm:prSet/>
      <dgm:spPr/>
      <dgm:t>
        <a:bodyPr/>
        <a:lstStyle/>
        <a:p>
          <a:endParaRPr lang="en-US" sz="1400"/>
        </a:p>
      </dgm:t>
    </dgm:pt>
    <dgm:pt modelId="{C4B7E086-474C-4C19-B3FB-168CB6646226}" type="sibTrans" cxnId="{72A6860B-6C33-4AF8-A469-E25BF211B355}">
      <dgm:prSet/>
      <dgm:spPr/>
      <dgm:t>
        <a:bodyPr/>
        <a:lstStyle/>
        <a:p>
          <a:endParaRPr lang="en-US" sz="1400"/>
        </a:p>
      </dgm:t>
    </dgm:pt>
    <dgm:pt modelId="{38E53F70-0405-4CA7-A61B-4D50D3CA55C6}">
      <dgm:prSet custT="1"/>
      <dgm:spPr/>
      <dgm:t>
        <a:bodyPr/>
        <a:lstStyle/>
        <a:p>
          <a:r>
            <a:rPr lang="es-MX" sz="1200" b="0" i="0" dirty="0"/>
            <a:t>Comprensibles y Completos</a:t>
          </a:r>
          <a:endParaRPr lang="en-US" sz="1200" dirty="0"/>
        </a:p>
      </dgm:t>
    </dgm:pt>
    <dgm:pt modelId="{3E31B905-D86A-40E1-B61B-C51ADC35ACE4}" type="parTrans" cxnId="{901194CB-B0D8-4E01-8B1A-BD5C8B55C9F8}">
      <dgm:prSet/>
      <dgm:spPr/>
      <dgm:t>
        <a:bodyPr/>
        <a:lstStyle/>
        <a:p>
          <a:endParaRPr lang="en-US" sz="1400"/>
        </a:p>
      </dgm:t>
    </dgm:pt>
    <dgm:pt modelId="{4FA28A5F-EB4D-4F51-9906-655F1A9D1EDE}" type="sibTrans" cxnId="{901194CB-B0D8-4E01-8B1A-BD5C8B55C9F8}">
      <dgm:prSet/>
      <dgm:spPr/>
      <dgm:t>
        <a:bodyPr/>
        <a:lstStyle/>
        <a:p>
          <a:endParaRPr lang="en-US" sz="1400"/>
        </a:p>
      </dgm:t>
    </dgm:pt>
    <dgm:pt modelId="{0D96CCD2-D3B0-4E7D-B35F-B89AA3868091}">
      <dgm:prSet custT="1"/>
      <dgm:spPr/>
      <dgm:t>
        <a:bodyPr/>
        <a:lstStyle/>
        <a:p>
          <a:r>
            <a:rPr lang="es-MX" sz="1400" b="0" i="0" dirty="0"/>
            <a:t>Accesibles y Disponibles</a:t>
          </a:r>
          <a:endParaRPr lang="en-US" sz="1400" dirty="0"/>
        </a:p>
      </dgm:t>
    </dgm:pt>
    <dgm:pt modelId="{06093137-95CE-4730-9839-9CF8EB321CDE}" type="parTrans" cxnId="{AFAC8E06-A644-4E3B-A6B3-C201F43A2352}">
      <dgm:prSet/>
      <dgm:spPr/>
      <dgm:t>
        <a:bodyPr/>
        <a:lstStyle/>
        <a:p>
          <a:endParaRPr lang="en-US" sz="1400"/>
        </a:p>
      </dgm:t>
    </dgm:pt>
    <dgm:pt modelId="{86E9BE02-CD8B-434F-9E1F-995341F49715}" type="sibTrans" cxnId="{AFAC8E06-A644-4E3B-A6B3-C201F43A2352}">
      <dgm:prSet/>
      <dgm:spPr/>
      <dgm:t>
        <a:bodyPr/>
        <a:lstStyle/>
        <a:p>
          <a:endParaRPr lang="en-US" sz="1400"/>
        </a:p>
      </dgm:t>
    </dgm:pt>
    <dgm:pt modelId="{31DED054-2930-475F-B947-AE221EF111BF}">
      <dgm:prSet custT="1"/>
      <dgm:spPr/>
      <dgm:t>
        <a:bodyPr/>
        <a:lstStyle/>
        <a:p>
          <a:r>
            <a:rPr lang="es-MX" sz="1400" b="0" i="0" dirty="0"/>
            <a:t>Únicos y Granulares</a:t>
          </a:r>
          <a:endParaRPr lang="en-US" sz="1400" dirty="0"/>
        </a:p>
      </dgm:t>
    </dgm:pt>
    <dgm:pt modelId="{5DFC0ADC-CB9A-4906-BFC3-D9B28AF04ABD}" type="parTrans" cxnId="{8EBD9FED-C1FA-4327-BC1F-9DB3E43AC881}">
      <dgm:prSet/>
      <dgm:spPr/>
      <dgm:t>
        <a:bodyPr/>
        <a:lstStyle/>
        <a:p>
          <a:endParaRPr lang="en-US" sz="1400"/>
        </a:p>
      </dgm:t>
    </dgm:pt>
    <dgm:pt modelId="{FD26B788-F9CD-445F-8581-78339A231072}" type="sibTrans" cxnId="{8EBD9FED-C1FA-4327-BC1F-9DB3E43AC881}">
      <dgm:prSet/>
      <dgm:spPr/>
      <dgm:t>
        <a:bodyPr/>
        <a:lstStyle/>
        <a:p>
          <a:endParaRPr lang="en-US" sz="1400"/>
        </a:p>
      </dgm:t>
    </dgm:pt>
    <dgm:pt modelId="{AA95800C-43B9-483D-BC69-B80361DE40FB}" type="pres">
      <dgm:prSet presAssocID="{1FD5FC1C-7348-48C3-8CEC-D7B7E35FC65A}" presName="compositeShape" presStyleCnt="0">
        <dgm:presLayoutVars>
          <dgm:chMax val="7"/>
          <dgm:dir/>
          <dgm:resizeHandles val="exact"/>
        </dgm:presLayoutVars>
      </dgm:prSet>
      <dgm:spPr/>
    </dgm:pt>
    <dgm:pt modelId="{5E872E9D-7736-4D5A-A050-1052294368A8}" type="pres">
      <dgm:prSet presAssocID="{1FD5FC1C-7348-48C3-8CEC-D7B7E35FC65A}" presName="wedge1" presStyleLbl="node1" presStyleIdx="0" presStyleCnt="7"/>
      <dgm:spPr/>
    </dgm:pt>
    <dgm:pt modelId="{0FB7DDFF-3637-4C35-B6F9-311778266AFA}" type="pres">
      <dgm:prSet presAssocID="{1FD5FC1C-7348-48C3-8CEC-D7B7E35FC65A}" presName="dummy1a" presStyleCnt="0"/>
      <dgm:spPr/>
    </dgm:pt>
    <dgm:pt modelId="{C05419F1-F6AB-45CE-8C30-2825C14B5FBF}" type="pres">
      <dgm:prSet presAssocID="{1FD5FC1C-7348-48C3-8CEC-D7B7E35FC65A}" presName="dummy1b" presStyleCnt="0"/>
      <dgm:spPr/>
    </dgm:pt>
    <dgm:pt modelId="{051B3319-761E-4DFC-A41A-568D5AE58D86}" type="pres">
      <dgm:prSet presAssocID="{1FD5FC1C-7348-48C3-8CEC-D7B7E35FC65A}" presName="wedge1Tx" presStyleLbl="node1" presStyleIdx="0" presStyleCnt="7">
        <dgm:presLayoutVars>
          <dgm:chMax val="0"/>
          <dgm:chPref val="0"/>
          <dgm:bulletEnabled val="1"/>
        </dgm:presLayoutVars>
      </dgm:prSet>
      <dgm:spPr/>
    </dgm:pt>
    <dgm:pt modelId="{1F14A05D-C0DE-4A6D-AE48-6C2A49A0CC82}" type="pres">
      <dgm:prSet presAssocID="{1FD5FC1C-7348-48C3-8CEC-D7B7E35FC65A}" presName="wedge2" presStyleLbl="node1" presStyleIdx="1" presStyleCnt="7"/>
      <dgm:spPr/>
    </dgm:pt>
    <dgm:pt modelId="{F404A182-8053-49E6-A9C6-BCD39E001EAD}" type="pres">
      <dgm:prSet presAssocID="{1FD5FC1C-7348-48C3-8CEC-D7B7E35FC65A}" presName="dummy2a" presStyleCnt="0"/>
      <dgm:spPr/>
    </dgm:pt>
    <dgm:pt modelId="{EFB38828-4A43-43FA-9CEF-772899232920}" type="pres">
      <dgm:prSet presAssocID="{1FD5FC1C-7348-48C3-8CEC-D7B7E35FC65A}" presName="dummy2b" presStyleCnt="0"/>
      <dgm:spPr/>
    </dgm:pt>
    <dgm:pt modelId="{25DAE9F5-1D07-4315-BA9F-E2F2A622A114}" type="pres">
      <dgm:prSet presAssocID="{1FD5FC1C-7348-48C3-8CEC-D7B7E35FC65A}" presName="wedge2Tx" presStyleLbl="node1" presStyleIdx="1" presStyleCnt="7">
        <dgm:presLayoutVars>
          <dgm:chMax val="0"/>
          <dgm:chPref val="0"/>
          <dgm:bulletEnabled val="1"/>
        </dgm:presLayoutVars>
      </dgm:prSet>
      <dgm:spPr/>
    </dgm:pt>
    <dgm:pt modelId="{518CDC95-0390-486C-B12F-576F147744C7}" type="pres">
      <dgm:prSet presAssocID="{1FD5FC1C-7348-48C3-8CEC-D7B7E35FC65A}" presName="wedge3" presStyleLbl="node1" presStyleIdx="2" presStyleCnt="7"/>
      <dgm:spPr/>
    </dgm:pt>
    <dgm:pt modelId="{A0A2B0E2-88E5-46D6-8DC3-2D44B2FD8E83}" type="pres">
      <dgm:prSet presAssocID="{1FD5FC1C-7348-48C3-8CEC-D7B7E35FC65A}" presName="dummy3a" presStyleCnt="0"/>
      <dgm:spPr/>
    </dgm:pt>
    <dgm:pt modelId="{1F70AE42-B3BA-4178-8B28-896EDD70E6CA}" type="pres">
      <dgm:prSet presAssocID="{1FD5FC1C-7348-48C3-8CEC-D7B7E35FC65A}" presName="dummy3b" presStyleCnt="0"/>
      <dgm:spPr/>
    </dgm:pt>
    <dgm:pt modelId="{382852E8-E8D1-4829-A60A-1D117F63CE75}" type="pres">
      <dgm:prSet presAssocID="{1FD5FC1C-7348-48C3-8CEC-D7B7E35FC65A}" presName="wedge3Tx" presStyleLbl="node1" presStyleIdx="2" presStyleCnt="7">
        <dgm:presLayoutVars>
          <dgm:chMax val="0"/>
          <dgm:chPref val="0"/>
          <dgm:bulletEnabled val="1"/>
        </dgm:presLayoutVars>
      </dgm:prSet>
      <dgm:spPr/>
    </dgm:pt>
    <dgm:pt modelId="{7E997677-CED1-4AC7-AB6D-9A4B4236159D}" type="pres">
      <dgm:prSet presAssocID="{1FD5FC1C-7348-48C3-8CEC-D7B7E35FC65A}" presName="wedge4" presStyleLbl="node1" presStyleIdx="3" presStyleCnt="7"/>
      <dgm:spPr/>
    </dgm:pt>
    <dgm:pt modelId="{64C9349E-767D-4E76-A8D3-C89FD1401562}" type="pres">
      <dgm:prSet presAssocID="{1FD5FC1C-7348-48C3-8CEC-D7B7E35FC65A}" presName="dummy4a" presStyleCnt="0"/>
      <dgm:spPr/>
    </dgm:pt>
    <dgm:pt modelId="{E65DE60B-4C16-4D65-98C4-456665CCC514}" type="pres">
      <dgm:prSet presAssocID="{1FD5FC1C-7348-48C3-8CEC-D7B7E35FC65A}" presName="dummy4b" presStyleCnt="0"/>
      <dgm:spPr/>
    </dgm:pt>
    <dgm:pt modelId="{537180F3-56F1-4644-A7EA-3A5CE6C723A8}" type="pres">
      <dgm:prSet presAssocID="{1FD5FC1C-7348-48C3-8CEC-D7B7E35FC65A}" presName="wedge4Tx" presStyleLbl="node1" presStyleIdx="3" presStyleCnt="7">
        <dgm:presLayoutVars>
          <dgm:chMax val="0"/>
          <dgm:chPref val="0"/>
          <dgm:bulletEnabled val="1"/>
        </dgm:presLayoutVars>
      </dgm:prSet>
      <dgm:spPr/>
    </dgm:pt>
    <dgm:pt modelId="{4CEF706B-0623-4B1B-B065-58EACFFB4815}" type="pres">
      <dgm:prSet presAssocID="{1FD5FC1C-7348-48C3-8CEC-D7B7E35FC65A}" presName="wedge5" presStyleLbl="node1" presStyleIdx="4" presStyleCnt="7"/>
      <dgm:spPr/>
    </dgm:pt>
    <dgm:pt modelId="{50701B0E-1561-4F4B-A018-70430CB0C293}" type="pres">
      <dgm:prSet presAssocID="{1FD5FC1C-7348-48C3-8CEC-D7B7E35FC65A}" presName="dummy5a" presStyleCnt="0"/>
      <dgm:spPr/>
    </dgm:pt>
    <dgm:pt modelId="{A8FD3D17-8BBE-4449-B5A2-96A1A9FED8C7}" type="pres">
      <dgm:prSet presAssocID="{1FD5FC1C-7348-48C3-8CEC-D7B7E35FC65A}" presName="dummy5b" presStyleCnt="0"/>
      <dgm:spPr/>
    </dgm:pt>
    <dgm:pt modelId="{1F8B75E0-3FB1-466F-B202-3E973BBCD9DD}" type="pres">
      <dgm:prSet presAssocID="{1FD5FC1C-7348-48C3-8CEC-D7B7E35FC65A}" presName="wedge5Tx" presStyleLbl="node1" presStyleIdx="4" presStyleCnt="7">
        <dgm:presLayoutVars>
          <dgm:chMax val="0"/>
          <dgm:chPref val="0"/>
          <dgm:bulletEnabled val="1"/>
        </dgm:presLayoutVars>
      </dgm:prSet>
      <dgm:spPr/>
    </dgm:pt>
    <dgm:pt modelId="{E785441E-BAAA-4A58-BD05-33294C9D270D}" type="pres">
      <dgm:prSet presAssocID="{1FD5FC1C-7348-48C3-8CEC-D7B7E35FC65A}" presName="wedge6" presStyleLbl="node1" presStyleIdx="5" presStyleCnt="7"/>
      <dgm:spPr/>
    </dgm:pt>
    <dgm:pt modelId="{8985E31D-C9FF-4A84-9A7E-529052CE1245}" type="pres">
      <dgm:prSet presAssocID="{1FD5FC1C-7348-48C3-8CEC-D7B7E35FC65A}" presName="dummy6a" presStyleCnt="0"/>
      <dgm:spPr/>
    </dgm:pt>
    <dgm:pt modelId="{224352DC-1D04-43BB-95FC-0B1040205652}" type="pres">
      <dgm:prSet presAssocID="{1FD5FC1C-7348-48C3-8CEC-D7B7E35FC65A}" presName="dummy6b" presStyleCnt="0"/>
      <dgm:spPr/>
    </dgm:pt>
    <dgm:pt modelId="{BC48FAE3-DDF5-4F1F-A5CA-7A8E260726A4}" type="pres">
      <dgm:prSet presAssocID="{1FD5FC1C-7348-48C3-8CEC-D7B7E35FC65A}" presName="wedge6Tx" presStyleLbl="node1" presStyleIdx="5" presStyleCnt="7">
        <dgm:presLayoutVars>
          <dgm:chMax val="0"/>
          <dgm:chPref val="0"/>
          <dgm:bulletEnabled val="1"/>
        </dgm:presLayoutVars>
      </dgm:prSet>
      <dgm:spPr/>
    </dgm:pt>
    <dgm:pt modelId="{6EF51669-C662-4328-9CB9-328EC55A9A1D}" type="pres">
      <dgm:prSet presAssocID="{1FD5FC1C-7348-48C3-8CEC-D7B7E35FC65A}" presName="wedge7" presStyleLbl="node1" presStyleIdx="6" presStyleCnt="7"/>
      <dgm:spPr/>
    </dgm:pt>
    <dgm:pt modelId="{8CE127B9-08DB-4111-BA25-396D27A8FDA8}" type="pres">
      <dgm:prSet presAssocID="{1FD5FC1C-7348-48C3-8CEC-D7B7E35FC65A}" presName="dummy7a" presStyleCnt="0"/>
      <dgm:spPr/>
    </dgm:pt>
    <dgm:pt modelId="{B9878400-0243-43FA-A811-08644F56F03E}" type="pres">
      <dgm:prSet presAssocID="{1FD5FC1C-7348-48C3-8CEC-D7B7E35FC65A}" presName="dummy7b" presStyleCnt="0"/>
      <dgm:spPr/>
    </dgm:pt>
    <dgm:pt modelId="{FAF007DF-3345-4AD5-8F9E-CBA19A7F7EC8}" type="pres">
      <dgm:prSet presAssocID="{1FD5FC1C-7348-48C3-8CEC-D7B7E35FC65A}" presName="wedge7Tx" presStyleLbl="node1" presStyleIdx="6" presStyleCnt="7">
        <dgm:presLayoutVars>
          <dgm:chMax val="0"/>
          <dgm:chPref val="0"/>
          <dgm:bulletEnabled val="1"/>
        </dgm:presLayoutVars>
      </dgm:prSet>
      <dgm:spPr/>
    </dgm:pt>
    <dgm:pt modelId="{92F1F6BC-1596-4DD7-8701-0D1A33052C3E}" type="pres">
      <dgm:prSet presAssocID="{F31C28AD-BC50-4A16-B8E7-AFAE28E5DC78}" presName="arrowWedge1" presStyleLbl="fgSibTrans2D1" presStyleIdx="0" presStyleCnt="7"/>
      <dgm:spPr/>
    </dgm:pt>
    <dgm:pt modelId="{C5091143-48D7-4A2D-BA7A-B78FA8B49969}" type="pres">
      <dgm:prSet presAssocID="{4ABD9755-7950-45FD-8BB0-989EA0C96FB5}" presName="arrowWedge2" presStyleLbl="fgSibTrans2D1" presStyleIdx="1" presStyleCnt="7"/>
      <dgm:spPr/>
    </dgm:pt>
    <dgm:pt modelId="{28000DDB-925E-4022-9241-54CCBB5F4581}" type="pres">
      <dgm:prSet presAssocID="{9883EED8-A3E4-4EE7-9543-7B6C52EF7C5B}" presName="arrowWedge3" presStyleLbl="fgSibTrans2D1" presStyleIdx="2" presStyleCnt="7"/>
      <dgm:spPr/>
    </dgm:pt>
    <dgm:pt modelId="{0CA1AD44-D199-4EC6-ACA0-12EB310CABF5}" type="pres">
      <dgm:prSet presAssocID="{C4B7E086-474C-4C19-B3FB-168CB6646226}" presName="arrowWedge4" presStyleLbl="fgSibTrans2D1" presStyleIdx="3" presStyleCnt="7"/>
      <dgm:spPr/>
    </dgm:pt>
    <dgm:pt modelId="{9761B98B-82C1-473F-A8F7-7FB91FF9CDA5}" type="pres">
      <dgm:prSet presAssocID="{4FA28A5F-EB4D-4F51-9906-655F1A9D1EDE}" presName="arrowWedge5" presStyleLbl="fgSibTrans2D1" presStyleIdx="4" presStyleCnt="7"/>
      <dgm:spPr/>
    </dgm:pt>
    <dgm:pt modelId="{6D25245D-D5DB-4137-88BC-0F72DF8DF47F}" type="pres">
      <dgm:prSet presAssocID="{86E9BE02-CD8B-434F-9E1F-995341F49715}" presName="arrowWedge6" presStyleLbl="fgSibTrans2D1" presStyleIdx="5" presStyleCnt="7"/>
      <dgm:spPr/>
    </dgm:pt>
    <dgm:pt modelId="{E371F038-BCAD-474E-8A0C-0E5B1E05CE4C}" type="pres">
      <dgm:prSet presAssocID="{FD26B788-F9CD-445F-8581-78339A231072}" presName="arrowWedge7" presStyleLbl="fgSibTrans2D1" presStyleIdx="6" presStyleCnt="7"/>
      <dgm:spPr/>
    </dgm:pt>
  </dgm:ptLst>
  <dgm:cxnLst>
    <dgm:cxn modelId="{AFAC8E06-A644-4E3B-A6B3-C201F43A2352}" srcId="{1FD5FC1C-7348-48C3-8CEC-D7B7E35FC65A}" destId="{0D96CCD2-D3B0-4E7D-B35F-B89AA3868091}" srcOrd="5" destOrd="0" parTransId="{06093137-95CE-4730-9839-9CF8EB321CDE}" sibTransId="{86E9BE02-CD8B-434F-9E1F-995341F49715}"/>
    <dgm:cxn modelId="{7830380B-DDC7-4CD9-8556-3FB1F2A97E3D}" type="presOf" srcId="{38E53F70-0405-4CA7-A61B-4D50D3CA55C6}" destId="{1F8B75E0-3FB1-466F-B202-3E973BBCD9DD}" srcOrd="1" destOrd="0" presId="urn:microsoft.com/office/officeart/2005/8/layout/cycle8"/>
    <dgm:cxn modelId="{72A6860B-6C33-4AF8-A469-E25BF211B355}" srcId="{1FD5FC1C-7348-48C3-8CEC-D7B7E35FC65A}" destId="{737267DC-6F43-43F4-869C-63B471F08AA1}" srcOrd="3" destOrd="0" parTransId="{F2ACE364-C1FF-4002-8938-5D421C19E52F}" sibTransId="{C4B7E086-474C-4C19-B3FB-168CB6646226}"/>
    <dgm:cxn modelId="{4085290E-5310-42FD-A96F-7624689B6290}" type="presOf" srcId="{31DED054-2930-475F-B947-AE221EF111BF}" destId="{6EF51669-C662-4328-9CB9-328EC55A9A1D}" srcOrd="0" destOrd="0" presId="urn:microsoft.com/office/officeart/2005/8/layout/cycle8"/>
    <dgm:cxn modelId="{C7789E15-9FA9-4752-B639-52ABB0803CEC}" type="presOf" srcId="{38E53F70-0405-4CA7-A61B-4D50D3CA55C6}" destId="{4CEF706B-0623-4B1B-B065-58EACFFB4815}" srcOrd="0" destOrd="0" presId="urn:microsoft.com/office/officeart/2005/8/layout/cycle8"/>
    <dgm:cxn modelId="{61260825-172B-4075-887B-FF52886C980C}" type="presOf" srcId="{92B20B87-9D8A-4E09-B58B-5F2E154D10C2}" destId="{5E872E9D-7736-4D5A-A050-1052294368A8}" srcOrd="0" destOrd="0" presId="urn:microsoft.com/office/officeart/2005/8/layout/cycle8"/>
    <dgm:cxn modelId="{609DD730-EBA1-4A6B-9094-AD82C557A64C}" type="presOf" srcId="{0D96CCD2-D3B0-4E7D-B35F-B89AA3868091}" destId="{BC48FAE3-DDF5-4F1F-A5CA-7A8E260726A4}" srcOrd="1" destOrd="0" presId="urn:microsoft.com/office/officeart/2005/8/layout/cycle8"/>
    <dgm:cxn modelId="{CCDA0B6E-DC25-437F-B3B3-D9CB8171840B}" type="presOf" srcId="{737267DC-6F43-43F4-869C-63B471F08AA1}" destId="{7E997677-CED1-4AC7-AB6D-9A4B4236159D}" srcOrd="0" destOrd="0" presId="urn:microsoft.com/office/officeart/2005/8/layout/cycle8"/>
    <dgm:cxn modelId="{E6254376-59DF-4FCC-A9BE-E24DCCEF94DB}" type="presOf" srcId="{31DED054-2930-475F-B947-AE221EF111BF}" destId="{FAF007DF-3345-4AD5-8F9E-CBA19A7F7EC8}" srcOrd="1" destOrd="0" presId="urn:microsoft.com/office/officeart/2005/8/layout/cycle8"/>
    <dgm:cxn modelId="{DEB49158-67B1-49AF-A67D-E0234F00E928}" type="presOf" srcId="{1FD5FC1C-7348-48C3-8CEC-D7B7E35FC65A}" destId="{AA95800C-43B9-483D-BC69-B80361DE40FB}" srcOrd="0" destOrd="0" presId="urn:microsoft.com/office/officeart/2005/8/layout/cycle8"/>
    <dgm:cxn modelId="{92E15F88-C90A-4F59-A0AC-8227A3AD798A}" srcId="{1FD5FC1C-7348-48C3-8CEC-D7B7E35FC65A}" destId="{B9D38CA2-2497-4394-9A84-8785281E7155}" srcOrd="1" destOrd="0" parTransId="{D534169B-2DAF-46B6-8BA6-11A5B7525369}" sibTransId="{4ABD9755-7950-45FD-8BB0-989EA0C96FB5}"/>
    <dgm:cxn modelId="{FD00EE89-4D70-4946-8903-D3713B000D82}" type="presOf" srcId="{B9D38CA2-2497-4394-9A84-8785281E7155}" destId="{1F14A05D-C0DE-4A6D-AE48-6C2A49A0CC82}" srcOrd="0" destOrd="0" presId="urn:microsoft.com/office/officeart/2005/8/layout/cycle8"/>
    <dgm:cxn modelId="{2030B199-DDC7-442E-9847-0756826D3B68}" type="presOf" srcId="{6DDED7CB-15C6-4A79-AFC6-F2753C7C7D60}" destId="{518CDC95-0390-486C-B12F-576F147744C7}" srcOrd="0" destOrd="0" presId="urn:microsoft.com/office/officeart/2005/8/layout/cycle8"/>
    <dgm:cxn modelId="{BEFD90AF-627C-450C-8763-789C9D63A696}" type="presOf" srcId="{6DDED7CB-15C6-4A79-AFC6-F2753C7C7D60}" destId="{382852E8-E8D1-4829-A60A-1D117F63CE75}" srcOrd="1" destOrd="0" presId="urn:microsoft.com/office/officeart/2005/8/layout/cycle8"/>
    <dgm:cxn modelId="{4AE344C2-753B-4A05-B7A4-4AC9FEA1DC01}" srcId="{1FD5FC1C-7348-48C3-8CEC-D7B7E35FC65A}" destId="{92B20B87-9D8A-4E09-B58B-5F2E154D10C2}" srcOrd="0" destOrd="0" parTransId="{DE714490-24AA-4DF0-BDB8-D85D5077B7E5}" sibTransId="{F31C28AD-BC50-4A16-B8E7-AFAE28E5DC78}"/>
    <dgm:cxn modelId="{901194CB-B0D8-4E01-8B1A-BD5C8B55C9F8}" srcId="{1FD5FC1C-7348-48C3-8CEC-D7B7E35FC65A}" destId="{38E53F70-0405-4CA7-A61B-4D50D3CA55C6}" srcOrd="4" destOrd="0" parTransId="{3E31B905-D86A-40E1-B61B-C51ADC35ACE4}" sibTransId="{4FA28A5F-EB4D-4F51-9906-655F1A9D1EDE}"/>
    <dgm:cxn modelId="{46E3CDD6-0327-44BE-B79B-CD1334CBDB3D}" type="presOf" srcId="{737267DC-6F43-43F4-869C-63B471F08AA1}" destId="{537180F3-56F1-4644-A7EA-3A5CE6C723A8}" srcOrd="1" destOrd="0" presId="urn:microsoft.com/office/officeart/2005/8/layout/cycle8"/>
    <dgm:cxn modelId="{A3B86BD8-D00F-4B2C-BB1C-777DA98B74CC}" srcId="{1FD5FC1C-7348-48C3-8CEC-D7B7E35FC65A}" destId="{6DDED7CB-15C6-4A79-AFC6-F2753C7C7D60}" srcOrd="2" destOrd="0" parTransId="{C76E4092-F655-41D4-8484-04DB3680DB5F}" sibTransId="{9883EED8-A3E4-4EE7-9543-7B6C52EF7C5B}"/>
    <dgm:cxn modelId="{964621E7-0B10-4A19-8F26-6FE5A8503B63}" type="presOf" srcId="{92B20B87-9D8A-4E09-B58B-5F2E154D10C2}" destId="{051B3319-761E-4DFC-A41A-568D5AE58D86}" srcOrd="1" destOrd="0" presId="urn:microsoft.com/office/officeart/2005/8/layout/cycle8"/>
    <dgm:cxn modelId="{D3E9D5E8-7F60-4475-B007-768111DE7CED}" type="presOf" srcId="{B9D38CA2-2497-4394-9A84-8785281E7155}" destId="{25DAE9F5-1D07-4315-BA9F-E2F2A622A114}" srcOrd="1" destOrd="0" presId="urn:microsoft.com/office/officeart/2005/8/layout/cycle8"/>
    <dgm:cxn modelId="{8EBD9FED-C1FA-4327-BC1F-9DB3E43AC881}" srcId="{1FD5FC1C-7348-48C3-8CEC-D7B7E35FC65A}" destId="{31DED054-2930-475F-B947-AE221EF111BF}" srcOrd="6" destOrd="0" parTransId="{5DFC0ADC-CB9A-4906-BFC3-D9B28AF04ABD}" sibTransId="{FD26B788-F9CD-445F-8581-78339A231072}"/>
    <dgm:cxn modelId="{842D9BF3-EF50-4EEB-B8E2-4489FBEB5ACD}" type="presOf" srcId="{0D96CCD2-D3B0-4E7D-B35F-B89AA3868091}" destId="{E785441E-BAAA-4A58-BD05-33294C9D270D}" srcOrd="0" destOrd="0" presId="urn:microsoft.com/office/officeart/2005/8/layout/cycle8"/>
    <dgm:cxn modelId="{A4CE83B4-15F6-4F36-A6D4-E8717959CA33}" type="presParOf" srcId="{AA95800C-43B9-483D-BC69-B80361DE40FB}" destId="{5E872E9D-7736-4D5A-A050-1052294368A8}" srcOrd="0" destOrd="0" presId="urn:microsoft.com/office/officeart/2005/8/layout/cycle8"/>
    <dgm:cxn modelId="{31A54569-85F3-437E-AFF1-64B26CE09688}" type="presParOf" srcId="{AA95800C-43B9-483D-BC69-B80361DE40FB}" destId="{0FB7DDFF-3637-4C35-B6F9-311778266AFA}" srcOrd="1" destOrd="0" presId="urn:microsoft.com/office/officeart/2005/8/layout/cycle8"/>
    <dgm:cxn modelId="{D4A31433-EB65-449F-915E-1646AB59B95F}" type="presParOf" srcId="{AA95800C-43B9-483D-BC69-B80361DE40FB}" destId="{C05419F1-F6AB-45CE-8C30-2825C14B5FBF}" srcOrd="2" destOrd="0" presId="urn:microsoft.com/office/officeart/2005/8/layout/cycle8"/>
    <dgm:cxn modelId="{2A5ABFD1-CE23-4D64-874F-7563DF0F183E}" type="presParOf" srcId="{AA95800C-43B9-483D-BC69-B80361DE40FB}" destId="{051B3319-761E-4DFC-A41A-568D5AE58D86}" srcOrd="3" destOrd="0" presId="urn:microsoft.com/office/officeart/2005/8/layout/cycle8"/>
    <dgm:cxn modelId="{8AB429BD-1CF9-4492-80A7-3D2E0C2D9998}" type="presParOf" srcId="{AA95800C-43B9-483D-BC69-B80361DE40FB}" destId="{1F14A05D-C0DE-4A6D-AE48-6C2A49A0CC82}" srcOrd="4" destOrd="0" presId="urn:microsoft.com/office/officeart/2005/8/layout/cycle8"/>
    <dgm:cxn modelId="{374991BD-DC8F-4F84-AE27-7832CC731429}" type="presParOf" srcId="{AA95800C-43B9-483D-BC69-B80361DE40FB}" destId="{F404A182-8053-49E6-A9C6-BCD39E001EAD}" srcOrd="5" destOrd="0" presId="urn:microsoft.com/office/officeart/2005/8/layout/cycle8"/>
    <dgm:cxn modelId="{B673D799-5C1F-467C-8284-98EAB22BF514}" type="presParOf" srcId="{AA95800C-43B9-483D-BC69-B80361DE40FB}" destId="{EFB38828-4A43-43FA-9CEF-772899232920}" srcOrd="6" destOrd="0" presId="urn:microsoft.com/office/officeart/2005/8/layout/cycle8"/>
    <dgm:cxn modelId="{4BA2AF39-AF48-42D3-9EBD-D0A8E71ECC06}" type="presParOf" srcId="{AA95800C-43B9-483D-BC69-B80361DE40FB}" destId="{25DAE9F5-1D07-4315-BA9F-E2F2A622A114}" srcOrd="7" destOrd="0" presId="urn:microsoft.com/office/officeart/2005/8/layout/cycle8"/>
    <dgm:cxn modelId="{E4525DC5-5D06-4BD7-9323-A2F38D87038A}" type="presParOf" srcId="{AA95800C-43B9-483D-BC69-B80361DE40FB}" destId="{518CDC95-0390-486C-B12F-576F147744C7}" srcOrd="8" destOrd="0" presId="urn:microsoft.com/office/officeart/2005/8/layout/cycle8"/>
    <dgm:cxn modelId="{AF15BC71-044F-413E-8B31-168257D8301E}" type="presParOf" srcId="{AA95800C-43B9-483D-BC69-B80361DE40FB}" destId="{A0A2B0E2-88E5-46D6-8DC3-2D44B2FD8E83}" srcOrd="9" destOrd="0" presId="urn:microsoft.com/office/officeart/2005/8/layout/cycle8"/>
    <dgm:cxn modelId="{46994D50-5A21-4C16-87D8-5730559FC94C}" type="presParOf" srcId="{AA95800C-43B9-483D-BC69-B80361DE40FB}" destId="{1F70AE42-B3BA-4178-8B28-896EDD70E6CA}" srcOrd="10" destOrd="0" presId="urn:microsoft.com/office/officeart/2005/8/layout/cycle8"/>
    <dgm:cxn modelId="{1DF19F0B-CCF9-4C7B-BF3F-B355C9C89AAF}" type="presParOf" srcId="{AA95800C-43B9-483D-BC69-B80361DE40FB}" destId="{382852E8-E8D1-4829-A60A-1D117F63CE75}" srcOrd="11" destOrd="0" presId="urn:microsoft.com/office/officeart/2005/8/layout/cycle8"/>
    <dgm:cxn modelId="{9227B6AB-75C9-4784-8EAC-3D3F0ECC2823}" type="presParOf" srcId="{AA95800C-43B9-483D-BC69-B80361DE40FB}" destId="{7E997677-CED1-4AC7-AB6D-9A4B4236159D}" srcOrd="12" destOrd="0" presId="urn:microsoft.com/office/officeart/2005/8/layout/cycle8"/>
    <dgm:cxn modelId="{54A4A355-995C-4444-B15E-A3DB403A833A}" type="presParOf" srcId="{AA95800C-43B9-483D-BC69-B80361DE40FB}" destId="{64C9349E-767D-4E76-A8D3-C89FD1401562}" srcOrd="13" destOrd="0" presId="urn:microsoft.com/office/officeart/2005/8/layout/cycle8"/>
    <dgm:cxn modelId="{922F41FF-DD0F-44B1-A166-E2C24134E3C9}" type="presParOf" srcId="{AA95800C-43B9-483D-BC69-B80361DE40FB}" destId="{E65DE60B-4C16-4D65-98C4-456665CCC514}" srcOrd="14" destOrd="0" presId="urn:microsoft.com/office/officeart/2005/8/layout/cycle8"/>
    <dgm:cxn modelId="{6B2055D3-7892-4250-8FBB-E51E101DA238}" type="presParOf" srcId="{AA95800C-43B9-483D-BC69-B80361DE40FB}" destId="{537180F3-56F1-4644-A7EA-3A5CE6C723A8}" srcOrd="15" destOrd="0" presId="urn:microsoft.com/office/officeart/2005/8/layout/cycle8"/>
    <dgm:cxn modelId="{44F5E32C-8078-4FD8-987E-0EC6E58AEEE3}" type="presParOf" srcId="{AA95800C-43B9-483D-BC69-B80361DE40FB}" destId="{4CEF706B-0623-4B1B-B065-58EACFFB4815}" srcOrd="16" destOrd="0" presId="urn:microsoft.com/office/officeart/2005/8/layout/cycle8"/>
    <dgm:cxn modelId="{1B61023D-A225-42B7-A2C1-4CFF563F4579}" type="presParOf" srcId="{AA95800C-43B9-483D-BC69-B80361DE40FB}" destId="{50701B0E-1561-4F4B-A018-70430CB0C293}" srcOrd="17" destOrd="0" presId="urn:microsoft.com/office/officeart/2005/8/layout/cycle8"/>
    <dgm:cxn modelId="{0516968C-15BB-4797-807E-D931A6D804BC}" type="presParOf" srcId="{AA95800C-43B9-483D-BC69-B80361DE40FB}" destId="{A8FD3D17-8BBE-4449-B5A2-96A1A9FED8C7}" srcOrd="18" destOrd="0" presId="urn:microsoft.com/office/officeart/2005/8/layout/cycle8"/>
    <dgm:cxn modelId="{1E346C0E-32D5-4A83-BA2C-6C70D191C9D2}" type="presParOf" srcId="{AA95800C-43B9-483D-BC69-B80361DE40FB}" destId="{1F8B75E0-3FB1-466F-B202-3E973BBCD9DD}" srcOrd="19" destOrd="0" presId="urn:microsoft.com/office/officeart/2005/8/layout/cycle8"/>
    <dgm:cxn modelId="{AD463257-5312-449A-B60C-41FF3E53B50A}" type="presParOf" srcId="{AA95800C-43B9-483D-BC69-B80361DE40FB}" destId="{E785441E-BAAA-4A58-BD05-33294C9D270D}" srcOrd="20" destOrd="0" presId="urn:microsoft.com/office/officeart/2005/8/layout/cycle8"/>
    <dgm:cxn modelId="{F498904D-7275-47DF-A124-38CC34174F84}" type="presParOf" srcId="{AA95800C-43B9-483D-BC69-B80361DE40FB}" destId="{8985E31D-C9FF-4A84-9A7E-529052CE1245}" srcOrd="21" destOrd="0" presId="urn:microsoft.com/office/officeart/2005/8/layout/cycle8"/>
    <dgm:cxn modelId="{C7EA420D-6BF0-492B-880E-F7E9DC8BD209}" type="presParOf" srcId="{AA95800C-43B9-483D-BC69-B80361DE40FB}" destId="{224352DC-1D04-43BB-95FC-0B1040205652}" srcOrd="22" destOrd="0" presId="urn:microsoft.com/office/officeart/2005/8/layout/cycle8"/>
    <dgm:cxn modelId="{0A4ED85B-7EE3-41AA-A4CF-D7E70AF04549}" type="presParOf" srcId="{AA95800C-43B9-483D-BC69-B80361DE40FB}" destId="{BC48FAE3-DDF5-4F1F-A5CA-7A8E260726A4}" srcOrd="23" destOrd="0" presId="urn:microsoft.com/office/officeart/2005/8/layout/cycle8"/>
    <dgm:cxn modelId="{35883AA7-8EB8-42DE-9284-DF194D67A260}" type="presParOf" srcId="{AA95800C-43B9-483D-BC69-B80361DE40FB}" destId="{6EF51669-C662-4328-9CB9-328EC55A9A1D}" srcOrd="24" destOrd="0" presId="urn:microsoft.com/office/officeart/2005/8/layout/cycle8"/>
    <dgm:cxn modelId="{82A432E8-7623-4973-9458-6CD495A51E72}" type="presParOf" srcId="{AA95800C-43B9-483D-BC69-B80361DE40FB}" destId="{8CE127B9-08DB-4111-BA25-396D27A8FDA8}" srcOrd="25" destOrd="0" presId="urn:microsoft.com/office/officeart/2005/8/layout/cycle8"/>
    <dgm:cxn modelId="{95C2839E-C33B-47D2-9072-471CD2761592}" type="presParOf" srcId="{AA95800C-43B9-483D-BC69-B80361DE40FB}" destId="{B9878400-0243-43FA-A811-08644F56F03E}" srcOrd="26" destOrd="0" presId="urn:microsoft.com/office/officeart/2005/8/layout/cycle8"/>
    <dgm:cxn modelId="{3D0071E7-0CE9-481E-9FEB-8D5329552FBD}" type="presParOf" srcId="{AA95800C-43B9-483D-BC69-B80361DE40FB}" destId="{FAF007DF-3345-4AD5-8F9E-CBA19A7F7EC8}" srcOrd="27" destOrd="0" presId="urn:microsoft.com/office/officeart/2005/8/layout/cycle8"/>
    <dgm:cxn modelId="{FC14C81F-1697-4832-9558-69A9526B80DF}" type="presParOf" srcId="{AA95800C-43B9-483D-BC69-B80361DE40FB}" destId="{92F1F6BC-1596-4DD7-8701-0D1A33052C3E}" srcOrd="28" destOrd="0" presId="urn:microsoft.com/office/officeart/2005/8/layout/cycle8"/>
    <dgm:cxn modelId="{B2521A23-90DE-406C-A893-FA69094BD060}" type="presParOf" srcId="{AA95800C-43B9-483D-BC69-B80361DE40FB}" destId="{C5091143-48D7-4A2D-BA7A-B78FA8B49969}" srcOrd="29" destOrd="0" presId="urn:microsoft.com/office/officeart/2005/8/layout/cycle8"/>
    <dgm:cxn modelId="{D55E3606-0D52-490C-93BA-8BE35C70037D}" type="presParOf" srcId="{AA95800C-43B9-483D-BC69-B80361DE40FB}" destId="{28000DDB-925E-4022-9241-54CCBB5F4581}" srcOrd="30" destOrd="0" presId="urn:microsoft.com/office/officeart/2005/8/layout/cycle8"/>
    <dgm:cxn modelId="{A8E77BAB-B67D-4AEF-9531-674492503C06}" type="presParOf" srcId="{AA95800C-43B9-483D-BC69-B80361DE40FB}" destId="{0CA1AD44-D199-4EC6-ACA0-12EB310CABF5}" srcOrd="31" destOrd="0" presId="urn:microsoft.com/office/officeart/2005/8/layout/cycle8"/>
    <dgm:cxn modelId="{08BFA07E-E8DF-4E3D-A618-DA5EBC5EC88B}" type="presParOf" srcId="{AA95800C-43B9-483D-BC69-B80361DE40FB}" destId="{9761B98B-82C1-473F-A8F7-7FB91FF9CDA5}" srcOrd="32" destOrd="0" presId="urn:microsoft.com/office/officeart/2005/8/layout/cycle8"/>
    <dgm:cxn modelId="{6F965DFD-2B3C-4B3B-997A-86531D88C7B0}" type="presParOf" srcId="{AA95800C-43B9-483D-BC69-B80361DE40FB}" destId="{6D25245D-D5DB-4137-88BC-0F72DF8DF47F}" srcOrd="33" destOrd="0" presId="urn:microsoft.com/office/officeart/2005/8/layout/cycle8"/>
    <dgm:cxn modelId="{298199B4-E1FA-4C92-BF60-AC6677D6B794}" type="presParOf" srcId="{AA95800C-43B9-483D-BC69-B80361DE40FB}" destId="{E371F038-BCAD-474E-8A0C-0E5B1E05CE4C}" srcOrd="3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6548F3-4B57-4A4A-9841-163174CC5393}">
      <dsp:nvSpPr>
        <dsp:cNvPr id="0" name=""/>
        <dsp:cNvSpPr/>
      </dsp:nvSpPr>
      <dsp:spPr>
        <a:xfrm>
          <a:off x="162035" y="731540"/>
          <a:ext cx="681234" cy="68123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9AE2FC-D745-43E6-8ED7-5E69171686E0}">
      <dsp:nvSpPr>
        <dsp:cNvPr id="0" name=""/>
        <dsp:cNvSpPr/>
      </dsp:nvSpPr>
      <dsp:spPr>
        <a:xfrm>
          <a:off x="305094" y="874599"/>
          <a:ext cx="395116" cy="3951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7E261C9-7CED-4A5F-B954-8D0526A41E09}">
      <dsp:nvSpPr>
        <dsp:cNvPr id="0" name=""/>
        <dsp:cNvSpPr/>
      </dsp:nvSpPr>
      <dsp:spPr>
        <a:xfrm>
          <a:off x="989248" y="731540"/>
          <a:ext cx="1605767" cy="681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s-MX" sz="1600" b="0" i="0" kern="1200"/>
            <a:t>Detección de Fraudes.</a:t>
          </a:r>
          <a:endParaRPr lang="en-US" sz="1600" kern="1200"/>
        </a:p>
      </dsp:txBody>
      <dsp:txXfrm>
        <a:off x="989248" y="731540"/>
        <a:ext cx="1605767" cy="681234"/>
      </dsp:txXfrm>
    </dsp:sp>
    <dsp:sp modelId="{FEE39285-2CBD-4BC0-BD57-941629378323}">
      <dsp:nvSpPr>
        <dsp:cNvPr id="0" name=""/>
        <dsp:cNvSpPr/>
      </dsp:nvSpPr>
      <dsp:spPr>
        <a:xfrm>
          <a:off x="2874808" y="731540"/>
          <a:ext cx="681234" cy="68123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B30DF6-9B96-4235-B05E-8DCC54FD9E6B}">
      <dsp:nvSpPr>
        <dsp:cNvPr id="0" name=""/>
        <dsp:cNvSpPr/>
      </dsp:nvSpPr>
      <dsp:spPr>
        <a:xfrm>
          <a:off x="3017867" y="874599"/>
          <a:ext cx="395116" cy="3951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AADF498-D0C6-4B3C-8415-F75E38FDFD13}">
      <dsp:nvSpPr>
        <dsp:cNvPr id="0" name=""/>
        <dsp:cNvSpPr/>
      </dsp:nvSpPr>
      <dsp:spPr>
        <a:xfrm>
          <a:off x="3702021" y="731540"/>
          <a:ext cx="1605767" cy="681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s-MX" sz="1600" b="0" i="0" kern="1200"/>
            <a:t>Servicio a Clientes.</a:t>
          </a:r>
          <a:endParaRPr lang="en-US" sz="1600" kern="1200"/>
        </a:p>
      </dsp:txBody>
      <dsp:txXfrm>
        <a:off x="3702021" y="731540"/>
        <a:ext cx="1605767" cy="681234"/>
      </dsp:txXfrm>
    </dsp:sp>
    <dsp:sp modelId="{B424BA84-F691-4638-9B06-4A1A117B5679}">
      <dsp:nvSpPr>
        <dsp:cNvPr id="0" name=""/>
        <dsp:cNvSpPr/>
      </dsp:nvSpPr>
      <dsp:spPr>
        <a:xfrm>
          <a:off x="5587581" y="731540"/>
          <a:ext cx="681234" cy="68123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542619-DFA1-418B-BBF6-15E900A036FF}">
      <dsp:nvSpPr>
        <dsp:cNvPr id="0" name=""/>
        <dsp:cNvSpPr/>
      </dsp:nvSpPr>
      <dsp:spPr>
        <a:xfrm>
          <a:off x="5730640" y="874599"/>
          <a:ext cx="395116" cy="3951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7DDD47B-FFF9-4EC2-B1CA-83970C6E9648}">
      <dsp:nvSpPr>
        <dsp:cNvPr id="0" name=""/>
        <dsp:cNvSpPr/>
      </dsp:nvSpPr>
      <dsp:spPr>
        <a:xfrm>
          <a:off x="6414794" y="731540"/>
          <a:ext cx="1605767" cy="681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s-MX" sz="1600" b="0" i="0" kern="1200"/>
            <a:t>Sistemas de Seguridad.</a:t>
          </a:r>
          <a:endParaRPr lang="en-US" sz="1600" kern="1200"/>
        </a:p>
      </dsp:txBody>
      <dsp:txXfrm>
        <a:off x="6414794" y="731540"/>
        <a:ext cx="1605767" cy="681234"/>
      </dsp:txXfrm>
    </dsp:sp>
    <dsp:sp modelId="{2AC66E90-7ACA-45FB-B1DF-D4E1A131E5C3}">
      <dsp:nvSpPr>
        <dsp:cNvPr id="0" name=""/>
        <dsp:cNvSpPr/>
      </dsp:nvSpPr>
      <dsp:spPr>
        <a:xfrm>
          <a:off x="8300354" y="731540"/>
          <a:ext cx="681234" cy="68123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B45C60-243F-4F51-93E7-49E0B60F5F5D}">
      <dsp:nvSpPr>
        <dsp:cNvPr id="0" name=""/>
        <dsp:cNvSpPr/>
      </dsp:nvSpPr>
      <dsp:spPr>
        <a:xfrm>
          <a:off x="8443413" y="874599"/>
          <a:ext cx="395116" cy="3951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EF3C9F9-F906-493B-9370-6C0D2D069DC0}">
      <dsp:nvSpPr>
        <dsp:cNvPr id="0" name=""/>
        <dsp:cNvSpPr/>
      </dsp:nvSpPr>
      <dsp:spPr>
        <a:xfrm>
          <a:off x="9127567" y="731540"/>
          <a:ext cx="1605767" cy="681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s-MX" sz="1600" b="0" i="0" kern="1200"/>
            <a:t>Eficiencia de Máquinas.</a:t>
          </a:r>
          <a:endParaRPr lang="en-US" sz="1600" kern="1200"/>
        </a:p>
      </dsp:txBody>
      <dsp:txXfrm>
        <a:off x="9127567" y="731540"/>
        <a:ext cx="1605767" cy="681234"/>
      </dsp:txXfrm>
    </dsp:sp>
    <dsp:sp modelId="{B5CA5B2C-662F-4D80-9E01-6606AE42733A}">
      <dsp:nvSpPr>
        <dsp:cNvPr id="0" name=""/>
        <dsp:cNvSpPr/>
      </dsp:nvSpPr>
      <dsp:spPr>
        <a:xfrm>
          <a:off x="162035" y="1991502"/>
          <a:ext cx="681234" cy="68123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0CC92C-D557-4A52-8CBB-54078269FD52}">
      <dsp:nvSpPr>
        <dsp:cNvPr id="0" name=""/>
        <dsp:cNvSpPr/>
      </dsp:nvSpPr>
      <dsp:spPr>
        <a:xfrm>
          <a:off x="305094" y="2134561"/>
          <a:ext cx="395116" cy="39511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C95CF92-A96F-479F-AA26-C39937DEAB98}">
      <dsp:nvSpPr>
        <dsp:cNvPr id="0" name=""/>
        <dsp:cNvSpPr/>
      </dsp:nvSpPr>
      <dsp:spPr>
        <a:xfrm>
          <a:off x="989248" y="1991502"/>
          <a:ext cx="1605767" cy="681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s-MX" sz="1600" b="0" i="0" kern="1200"/>
            <a:t>Predicción de Tiempos de Espera.</a:t>
          </a:r>
          <a:endParaRPr lang="en-US" sz="1600" kern="1200"/>
        </a:p>
      </dsp:txBody>
      <dsp:txXfrm>
        <a:off x="989248" y="1991502"/>
        <a:ext cx="1605767" cy="681234"/>
      </dsp:txXfrm>
    </dsp:sp>
    <dsp:sp modelId="{BF5522D8-0967-43BE-84EE-F81840B39A45}">
      <dsp:nvSpPr>
        <dsp:cNvPr id="0" name=""/>
        <dsp:cNvSpPr/>
      </dsp:nvSpPr>
      <dsp:spPr>
        <a:xfrm>
          <a:off x="2874808" y="1991502"/>
          <a:ext cx="681234" cy="68123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DC2036-7C13-44F5-94F0-2199EDB1269F}">
      <dsp:nvSpPr>
        <dsp:cNvPr id="0" name=""/>
        <dsp:cNvSpPr/>
      </dsp:nvSpPr>
      <dsp:spPr>
        <a:xfrm>
          <a:off x="3017867" y="2134561"/>
          <a:ext cx="395116" cy="39511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E6B4F34-11E0-4E0B-A4C1-6F79BD1DF858}">
      <dsp:nvSpPr>
        <dsp:cNvPr id="0" name=""/>
        <dsp:cNvSpPr/>
      </dsp:nvSpPr>
      <dsp:spPr>
        <a:xfrm>
          <a:off x="3702021" y="1991502"/>
          <a:ext cx="1605767" cy="681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s-MX" sz="1600" b="0" i="0" kern="1200"/>
            <a:t>Planificación de Recursos.</a:t>
          </a:r>
          <a:endParaRPr lang="en-US" sz="1600" kern="1200"/>
        </a:p>
      </dsp:txBody>
      <dsp:txXfrm>
        <a:off x="3702021" y="1991502"/>
        <a:ext cx="1605767" cy="681234"/>
      </dsp:txXfrm>
    </dsp:sp>
    <dsp:sp modelId="{42314FE9-65B9-49A4-883E-F36FD9CEDFCE}">
      <dsp:nvSpPr>
        <dsp:cNvPr id="0" name=""/>
        <dsp:cNvSpPr/>
      </dsp:nvSpPr>
      <dsp:spPr>
        <a:xfrm>
          <a:off x="5587581" y="1991502"/>
          <a:ext cx="681234" cy="68123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DC0501-4EA6-4973-A7C6-9E27FFA8EE23}">
      <dsp:nvSpPr>
        <dsp:cNvPr id="0" name=""/>
        <dsp:cNvSpPr/>
      </dsp:nvSpPr>
      <dsp:spPr>
        <a:xfrm>
          <a:off x="5730640" y="2134561"/>
          <a:ext cx="395116" cy="395116"/>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797DE51-4563-4768-82BC-45B56749522B}">
      <dsp:nvSpPr>
        <dsp:cNvPr id="0" name=""/>
        <dsp:cNvSpPr/>
      </dsp:nvSpPr>
      <dsp:spPr>
        <a:xfrm>
          <a:off x="6414794" y="1991502"/>
          <a:ext cx="1605767" cy="681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s-MX" sz="1600" b="0" i="0" kern="1200"/>
            <a:t>Diagnóstico Médico.</a:t>
          </a:r>
          <a:endParaRPr lang="en-US" sz="1600" kern="1200"/>
        </a:p>
      </dsp:txBody>
      <dsp:txXfrm>
        <a:off x="6414794" y="1991502"/>
        <a:ext cx="1605767" cy="6812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1AFCF-0A36-4332-B5DB-DD52D1816411}">
      <dsp:nvSpPr>
        <dsp:cNvPr id="0" name=""/>
        <dsp:cNvSpPr/>
      </dsp:nvSpPr>
      <dsp:spPr>
        <a:xfrm>
          <a:off x="0" y="1897"/>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319EAE-2BB5-49FC-93B9-1A21E4547C93}">
      <dsp:nvSpPr>
        <dsp:cNvPr id="0" name=""/>
        <dsp:cNvSpPr/>
      </dsp:nvSpPr>
      <dsp:spPr>
        <a:xfrm>
          <a:off x="290922" y="218286"/>
          <a:ext cx="528950" cy="5289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01211CB-83AA-4972-AFED-88F3C57C7FB6}">
      <dsp:nvSpPr>
        <dsp:cNvPr id="0" name=""/>
        <dsp:cNvSpPr/>
      </dsp:nvSpPr>
      <dsp:spPr>
        <a:xfrm>
          <a:off x="1110795" y="1897"/>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977900">
            <a:lnSpc>
              <a:spcPct val="90000"/>
            </a:lnSpc>
            <a:spcBef>
              <a:spcPct val="0"/>
            </a:spcBef>
            <a:spcAft>
              <a:spcPct val="35000"/>
            </a:spcAft>
            <a:buNone/>
          </a:pPr>
          <a:r>
            <a:rPr lang="es-MX" sz="2200" b="0" i="0" kern="1200"/>
            <a:t>Tipo de aprendizaje.</a:t>
          </a:r>
          <a:endParaRPr lang="en-US" sz="2200" kern="1200"/>
        </a:p>
      </dsp:txBody>
      <dsp:txXfrm>
        <a:off x="1110795" y="1897"/>
        <a:ext cx="5385254" cy="961727"/>
      </dsp:txXfrm>
    </dsp:sp>
    <dsp:sp modelId="{CA7AEAB5-A40A-4A4E-B09C-A4C857839528}">
      <dsp:nvSpPr>
        <dsp:cNvPr id="0" name=""/>
        <dsp:cNvSpPr/>
      </dsp:nvSpPr>
      <dsp:spPr>
        <a:xfrm>
          <a:off x="0" y="1204056"/>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12107B-7995-4C4C-8BA9-57A78928212C}">
      <dsp:nvSpPr>
        <dsp:cNvPr id="0" name=""/>
        <dsp:cNvSpPr/>
      </dsp:nvSpPr>
      <dsp:spPr>
        <a:xfrm>
          <a:off x="290922" y="1420445"/>
          <a:ext cx="528950" cy="5289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7CB7341-0D29-43F2-A1F3-A6CD42E8FD43}">
      <dsp:nvSpPr>
        <dsp:cNvPr id="0" name=""/>
        <dsp:cNvSpPr/>
      </dsp:nvSpPr>
      <dsp:spPr>
        <a:xfrm>
          <a:off x="1110795" y="1204056"/>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977900">
            <a:lnSpc>
              <a:spcPct val="90000"/>
            </a:lnSpc>
            <a:spcBef>
              <a:spcPct val="0"/>
            </a:spcBef>
            <a:spcAft>
              <a:spcPct val="35000"/>
            </a:spcAft>
            <a:buNone/>
          </a:pPr>
          <a:r>
            <a:rPr lang="es-MX" sz="2200" b="0" i="0" kern="1200"/>
            <a:t>Tipo de respuesta.</a:t>
          </a:r>
          <a:endParaRPr lang="en-US" sz="2200" kern="1200"/>
        </a:p>
      </dsp:txBody>
      <dsp:txXfrm>
        <a:off x="1110795" y="1204056"/>
        <a:ext cx="5385254" cy="961727"/>
      </dsp:txXfrm>
    </dsp:sp>
    <dsp:sp modelId="{C32F550D-0C4F-4BD5-BB13-A74EF68386F8}">
      <dsp:nvSpPr>
        <dsp:cNvPr id="0" name=""/>
        <dsp:cNvSpPr/>
      </dsp:nvSpPr>
      <dsp:spPr>
        <a:xfrm>
          <a:off x="0" y="2406215"/>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3711B9-B33D-47B5-822E-82910D39BF7E}">
      <dsp:nvSpPr>
        <dsp:cNvPr id="0" name=""/>
        <dsp:cNvSpPr/>
      </dsp:nvSpPr>
      <dsp:spPr>
        <a:xfrm>
          <a:off x="290922" y="2622604"/>
          <a:ext cx="528950" cy="5289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BB22A02-BE67-436C-AAFA-216E79349334}">
      <dsp:nvSpPr>
        <dsp:cNvPr id="0" name=""/>
        <dsp:cNvSpPr/>
      </dsp:nvSpPr>
      <dsp:spPr>
        <a:xfrm>
          <a:off x="1110795" y="2406215"/>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977900">
            <a:lnSpc>
              <a:spcPct val="90000"/>
            </a:lnSpc>
            <a:spcBef>
              <a:spcPct val="0"/>
            </a:spcBef>
            <a:spcAft>
              <a:spcPct val="35000"/>
            </a:spcAft>
            <a:buNone/>
          </a:pPr>
          <a:r>
            <a:rPr lang="es-MX" sz="2200" b="0" i="0" kern="1200"/>
            <a:t>Tipo de actualización.</a:t>
          </a:r>
          <a:endParaRPr lang="en-US" sz="2200" kern="1200"/>
        </a:p>
      </dsp:txBody>
      <dsp:txXfrm>
        <a:off x="1110795" y="2406215"/>
        <a:ext cx="5385254" cy="961727"/>
      </dsp:txXfrm>
    </dsp:sp>
    <dsp:sp modelId="{27E621F9-51AE-4984-9C24-010F72CFFB92}">
      <dsp:nvSpPr>
        <dsp:cNvPr id="0" name=""/>
        <dsp:cNvSpPr/>
      </dsp:nvSpPr>
      <dsp:spPr>
        <a:xfrm>
          <a:off x="0" y="3608375"/>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1536EA-886E-4995-8FE2-D3B493E86891}">
      <dsp:nvSpPr>
        <dsp:cNvPr id="0" name=""/>
        <dsp:cNvSpPr/>
      </dsp:nvSpPr>
      <dsp:spPr>
        <a:xfrm>
          <a:off x="290922" y="3824763"/>
          <a:ext cx="528950" cy="5289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8EA3091-D325-4053-9FCD-3851FA5A8AB9}">
      <dsp:nvSpPr>
        <dsp:cNvPr id="0" name=""/>
        <dsp:cNvSpPr/>
      </dsp:nvSpPr>
      <dsp:spPr>
        <a:xfrm>
          <a:off x="1110795" y="3608375"/>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977900">
            <a:lnSpc>
              <a:spcPct val="90000"/>
            </a:lnSpc>
            <a:spcBef>
              <a:spcPct val="0"/>
            </a:spcBef>
            <a:spcAft>
              <a:spcPct val="35000"/>
            </a:spcAft>
            <a:buNone/>
          </a:pPr>
          <a:r>
            <a:rPr lang="es-MX" sz="2200" b="0" i="0" kern="1200"/>
            <a:t>Tipo de generalización.</a:t>
          </a:r>
          <a:endParaRPr lang="en-US" sz="2200" kern="1200"/>
        </a:p>
      </dsp:txBody>
      <dsp:txXfrm>
        <a:off x="1110795" y="3608375"/>
        <a:ext cx="5385254" cy="9617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94FD94-3BF8-4C65-AEE8-377D319B5EE3}">
      <dsp:nvSpPr>
        <dsp:cNvPr id="0" name=""/>
        <dsp:cNvSpPr/>
      </dsp:nvSpPr>
      <dsp:spPr>
        <a:xfrm>
          <a:off x="3193" y="847289"/>
          <a:ext cx="2280343" cy="1448018"/>
        </a:xfrm>
        <a:prstGeom prst="roundRect">
          <a:avLst>
            <a:gd name="adj" fmla="val 10000"/>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3610EDC6-2785-412F-946C-5305C0AC00E9}">
      <dsp:nvSpPr>
        <dsp:cNvPr id="0" name=""/>
        <dsp:cNvSpPr/>
      </dsp:nvSpPr>
      <dsp:spPr>
        <a:xfrm>
          <a:off x="256565" y="1087992"/>
          <a:ext cx="2280343" cy="1448018"/>
        </a:xfrm>
        <a:prstGeom prst="roundRect">
          <a:avLst>
            <a:gd name="adj" fmla="val 10000"/>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MX" sz="2000" b="0" i="0" kern="1200"/>
            <a:t>Insuficiencia de Datos</a:t>
          </a:r>
          <a:endParaRPr lang="en-US" sz="2000" kern="1200"/>
        </a:p>
      </dsp:txBody>
      <dsp:txXfrm>
        <a:off x="298976" y="1130403"/>
        <a:ext cx="2195521" cy="1363196"/>
      </dsp:txXfrm>
    </dsp:sp>
    <dsp:sp modelId="{83FF970D-534F-42EF-B3DB-A5C9D134AD60}">
      <dsp:nvSpPr>
        <dsp:cNvPr id="0" name=""/>
        <dsp:cNvSpPr/>
      </dsp:nvSpPr>
      <dsp:spPr>
        <a:xfrm>
          <a:off x="2790280" y="847289"/>
          <a:ext cx="2280343" cy="1448018"/>
        </a:xfrm>
        <a:prstGeom prst="roundRect">
          <a:avLst>
            <a:gd name="adj" fmla="val 10000"/>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501E456F-225F-459F-83FB-4F747EAAD4D7}">
      <dsp:nvSpPr>
        <dsp:cNvPr id="0" name=""/>
        <dsp:cNvSpPr/>
      </dsp:nvSpPr>
      <dsp:spPr>
        <a:xfrm>
          <a:off x="3043651" y="1087992"/>
          <a:ext cx="2280343" cy="1448018"/>
        </a:xfrm>
        <a:prstGeom prst="roundRect">
          <a:avLst>
            <a:gd name="adj" fmla="val 10000"/>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MX" sz="2000" b="0" i="0" kern="1200"/>
            <a:t>Datos no Representativos</a:t>
          </a:r>
          <a:endParaRPr lang="en-US" sz="2000" kern="1200"/>
        </a:p>
      </dsp:txBody>
      <dsp:txXfrm>
        <a:off x="3086062" y="1130403"/>
        <a:ext cx="2195521" cy="1363196"/>
      </dsp:txXfrm>
    </dsp:sp>
    <dsp:sp modelId="{A3BBCBD4-AA89-45AA-968B-719CBB7E7617}">
      <dsp:nvSpPr>
        <dsp:cNvPr id="0" name=""/>
        <dsp:cNvSpPr/>
      </dsp:nvSpPr>
      <dsp:spPr>
        <a:xfrm>
          <a:off x="5577366" y="847289"/>
          <a:ext cx="2280343" cy="1448018"/>
        </a:xfrm>
        <a:prstGeom prst="roundRect">
          <a:avLst>
            <a:gd name="adj" fmla="val 10000"/>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B3481477-6D27-4685-B89B-AC0623C4A6CA}">
      <dsp:nvSpPr>
        <dsp:cNvPr id="0" name=""/>
        <dsp:cNvSpPr/>
      </dsp:nvSpPr>
      <dsp:spPr>
        <a:xfrm>
          <a:off x="5830738" y="1087992"/>
          <a:ext cx="2280343" cy="1448018"/>
        </a:xfrm>
        <a:prstGeom prst="roundRect">
          <a:avLst>
            <a:gd name="adj" fmla="val 10000"/>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MX" sz="2000" b="0" i="0" kern="1200" dirty="0"/>
            <a:t>Características del Buen Dato</a:t>
          </a:r>
          <a:endParaRPr lang="en-US" sz="2000" kern="1200" dirty="0"/>
        </a:p>
      </dsp:txBody>
      <dsp:txXfrm>
        <a:off x="5873149" y="1130403"/>
        <a:ext cx="2195521" cy="1363196"/>
      </dsp:txXfrm>
    </dsp:sp>
    <dsp:sp modelId="{AAD61172-814A-4180-AD22-5FB251AFE1BD}">
      <dsp:nvSpPr>
        <dsp:cNvPr id="0" name=""/>
        <dsp:cNvSpPr/>
      </dsp:nvSpPr>
      <dsp:spPr>
        <a:xfrm>
          <a:off x="8364453" y="847289"/>
          <a:ext cx="2280343" cy="1448018"/>
        </a:xfrm>
        <a:prstGeom prst="roundRect">
          <a:avLst>
            <a:gd name="adj" fmla="val 10000"/>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715A962E-D27B-4336-A40F-11F0871F761E}">
      <dsp:nvSpPr>
        <dsp:cNvPr id="0" name=""/>
        <dsp:cNvSpPr/>
      </dsp:nvSpPr>
      <dsp:spPr>
        <a:xfrm>
          <a:off x="8617824" y="1087992"/>
          <a:ext cx="2280343" cy="1448018"/>
        </a:xfrm>
        <a:prstGeom prst="roundRect">
          <a:avLst>
            <a:gd name="adj" fmla="val 10000"/>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MX" sz="2000" b="0" i="0" kern="1200" dirty="0"/>
            <a:t>Variables Irrelevantes</a:t>
          </a:r>
          <a:endParaRPr lang="en-US" sz="2000" kern="1200" dirty="0"/>
        </a:p>
      </dsp:txBody>
      <dsp:txXfrm>
        <a:off x="8660235" y="1130403"/>
        <a:ext cx="2195521" cy="13631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72E9D-7736-4D5A-A050-1052294368A8}">
      <dsp:nvSpPr>
        <dsp:cNvPr id="0" name=""/>
        <dsp:cNvSpPr/>
      </dsp:nvSpPr>
      <dsp:spPr>
        <a:xfrm>
          <a:off x="701205" y="362559"/>
          <a:ext cx="4992624" cy="4992624"/>
        </a:xfrm>
        <a:prstGeom prst="pie">
          <a:avLst>
            <a:gd name="adj1" fmla="val 16200000"/>
            <a:gd name="adj2" fmla="val 19285716"/>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MX" sz="1400" b="0" i="0" kern="1200" dirty="0"/>
            <a:t>Exactos y Precisos</a:t>
          </a:r>
          <a:endParaRPr lang="en-US" sz="1400" kern="1200" dirty="0"/>
        </a:p>
      </dsp:txBody>
      <dsp:txXfrm>
        <a:off x="3324117" y="826160"/>
        <a:ext cx="1188720" cy="950976"/>
      </dsp:txXfrm>
    </dsp:sp>
    <dsp:sp modelId="{1F14A05D-C0DE-4A6D-AE48-6C2A49A0CC82}">
      <dsp:nvSpPr>
        <dsp:cNvPr id="0" name=""/>
        <dsp:cNvSpPr/>
      </dsp:nvSpPr>
      <dsp:spPr>
        <a:xfrm>
          <a:off x="765396" y="442798"/>
          <a:ext cx="4992624" cy="4992624"/>
        </a:xfrm>
        <a:prstGeom prst="pie">
          <a:avLst>
            <a:gd name="adj1" fmla="val 19285716"/>
            <a:gd name="adj2" fmla="val 771428"/>
          </a:avLst>
        </a:prstGeom>
        <a:solidFill>
          <a:schemeClr val="accent5">
            <a:hueOff val="1039540"/>
            <a:satOff val="-669"/>
            <a:lumOff val="45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MX" sz="1400" b="0" i="0" kern="1200" dirty="0"/>
            <a:t>Legítimos y Validos</a:t>
          </a:r>
          <a:endParaRPr lang="en-US" sz="1400" kern="1200" dirty="0"/>
        </a:p>
      </dsp:txBody>
      <dsp:txXfrm>
        <a:off x="4156221" y="2252624"/>
        <a:ext cx="1367028" cy="832104"/>
      </dsp:txXfrm>
    </dsp:sp>
    <dsp:sp modelId="{518CDC95-0390-486C-B12F-576F147744C7}">
      <dsp:nvSpPr>
        <dsp:cNvPr id="0" name=""/>
        <dsp:cNvSpPr/>
      </dsp:nvSpPr>
      <dsp:spPr>
        <a:xfrm>
          <a:off x="742216" y="543839"/>
          <a:ext cx="4992624" cy="4992624"/>
        </a:xfrm>
        <a:prstGeom prst="pie">
          <a:avLst>
            <a:gd name="adj1" fmla="val 771428"/>
            <a:gd name="adj2" fmla="val 3857143"/>
          </a:avLst>
        </a:prstGeom>
        <a:solidFill>
          <a:schemeClr val="accent5">
            <a:hueOff val="2079079"/>
            <a:satOff val="-1338"/>
            <a:lumOff val="91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MX" sz="1400" b="0" i="0" kern="1200" dirty="0"/>
            <a:t>Consistentes y Confiables</a:t>
          </a:r>
          <a:endParaRPr lang="en-US" sz="1400" kern="1200" dirty="0"/>
        </a:p>
      </dsp:txBody>
      <dsp:txXfrm>
        <a:off x="3948195" y="3500780"/>
        <a:ext cx="1188720" cy="921258"/>
      </dsp:txXfrm>
    </dsp:sp>
    <dsp:sp modelId="{7E997677-CED1-4AC7-AB6D-9A4B4236159D}">
      <dsp:nvSpPr>
        <dsp:cNvPr id="0" name=""/>
        <dsp:cNvSpPr/>
      </dsp:nvSpPr>
      <dsp:spPr>
        <a:xfrm>
          <a:off x="649496" y="588416"/>
          <a:ext cx="4992624" cy="4992624"/>
        </a:xfrm>
        <a:prstGeom prst="pie">
          <a:avLst>
            <a:gd name="adj1" fmla="val 3857226"/>
            <a:gd name="adj2" fmla="val 6942858"/>
          </a:avLst>
        </a:prstGeom>
        <a:solidFill>
          <a:schemeClr val="accent5">
            <a:hueOff val="3118619"/>
            <a:satOff val="-2006"/>
            <a:lumOff val="137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MX" sz="1400" b="0" i="0" kern="1200" dirty="0"/>
            <a:t>Relevantes y Actualizados</a:t>
          </a:r>
          <a:endParaRPr lang="en-US" sz="1400" kern="1200" dirty="0"/>
        </a:p>
      </dsp:txBody>
      <dsp:txXfrm>
        <a:off x="2566307" y="4511193"/>
        <a:ext cx="1159002" cy="832104"/>
      </dsp:txXfrm>
    </dsp:sp>
    <dsp:sp modelId="{4CEF706B-0623-4B1B-B065-58EACFFB4815}">
      <dsp:nvSpPr>
        <dsp:cNvPr id="0" name=""/>
        <dsp:cNvSpPr/>
      </dsp:nvSpPr>
      <dsp:spPr>
        <a:xfrm>
          <a:off x="556776" y="543839"/>
          <a:ext cx="4992624" cy="4992624"/>
        </a:xfrm>
        <a:prstGeom prst="pie">
          <a:avLst>
            <a:gd name="adj1" fmla="val 6942858"/>
            <a:gd name="adj2" fmla="val 10028574"/>
          </a:avLst>
        </a:prstGeom>
        <a:solidFill>
          <a:schemeClr val="accent5">
            <a:hueOff val="4158159"/>
            <a:satOff val="-2675"/>
            <a:lumOff val="18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MX" sz="1200" b="0" i="0" kern="1200" dirty="0"/>
            <a:t>Comprensibles y Completos</a:t>
          </a:r>
          <a:endParaRPr lang="en-US" sz="1200" kern="1200" dirty="0"/>
        </a:p>
      </dsp:txBody>
      <dsp:txXfrm>
        <a:off x="1154702" y="3500780"/>
        <a:ext cx="1188720" cy="921258"/>
      </dsp:txXfrm>
    </dsp:sp>
    <dsp:sp modelId="{E785441E-BAAA-4A58-BD05-33294C9D270D}">
      <dsp:nvSpPr>
        <dsp:cNvPr id="0" name=""/>
        <dsp:cNvSpPr/>
      </dsp:nvSpPr>
      <dsp:spPr>
        <a:xfrm>
          <a:off x="533596" y="442798"/>
          <a:ext cx="4992624" cy="4992624"/>
        </a:xfrm>
        <a:prstGeom prst="pie">
          <a:avLst>
            <a:gd name="adj1" fmla="val 10028574"/>
            <a:gd name="adj2" fmla="val 13114284"/>
          </a:avLst>
        </a:prstGeom>
        <a:solidFill>
          <a:schemeClr val="accent5">
            <a:hueOff val="5197698"/>
            <a:satOff val="-3344"/>
            <a:lumOff val="228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MX" sz="1400" b="0" i="0" kern="1200" dirty="0"/>
            <a:t>Accesibles y Disponibles</a:t>
          </a:r>
          <a:endParaRPr lang="en-US" sz="1400" kern="1200" dirty="0"/>
        </a:p>
      </dsp:txBody>
      <dsp:txXfrm>
        <a:off x="768368" y="2252624"/>
        <a:ext cx="1367028" cy="832104"/>
      </dsp:txXfrm>
    </dsp:sp>
    <dsp:sp modelId="{6EF51669-C662-4328-9CB9-328EC55A9A1D}">
      <dsp:nvSpPr>
        <dsp:cNvPr id="0" name=""/>
        <dsp:cNvSpPr/>
      </dsp:nvSpPr>
      <dsp:spPr>
        <a:xfrm>
          <a:off x="597787" y="362559"/>
          <a:ext cx="4992624" cy="4992624"/>
        </a:xfrm>
        <a:prstGeom prst="pie">
          <a:avLst>
            <a:gd name="adj1" fmla="val 13114284"/>
            <a:gd name="adj2" fmla="val 16200000"/>
          </a:avLst>
        </a:prstGeom>
        <a:solidFill>
          <a:schemeClr val="accent5">
            <a:hueOff val="6237238"/>
            <a:satOff val="-4013"/>
            <a:lumOff val="27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MX" sz="1400" b="0" i="0" kern="1200" dirty="0"/>
            <a:t>Únicos y Granulares</a:t>
          </a:r>
          <a:endParaRPr lang="en-US" sz="1400" kern="1200" dirty="0"/>
        </a:p>
      </dsp:txBody>
      <dsp:txXfrm>
        <a:off x="1778780" y="826160"/>
        <a:ext cx="1188720" cy="950976"/>
      </dsp:txXfrm>
    </dsp:sp>
    <dsp:sp modelId="{92F1F6BC-1596-4DD7-8701-0D1A33052C3E}">
      <dsp:nvSpPr>
        <dsp:cNvPr id="0" name=""/>
        <dsp:cNvSpPr/>
      </dsp:nvSpPr>
      <dsp:spPr>
        <a:xfrm>
          <a:off x="391889" y="53492"/>
          <a:ext cx="5610759" cy="5610759"/>
        </a:xfrm>
        <a:prstGeom prst="circularArrow">
          <a:avLst>
            <a:gd name="adj1" fmla="val 5085"/>
            <a:gd name="adj2" fmla="val 327528"/>
            <a:gd name="adj3" fmla="val 18957827"/>
            <a:gd name="adj4" fmla="val 16200343"/>
            <a:gd name="adj5" fmla="val 5932"/>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091143-48D7-4A2D-BA7A-B78FA8B49969}">
      <dsp:nvSpPr>
        <dsp:cNvPr id="0" name=""/>
        <dsp:cNvSpPr/>
      </dsp:nvSpPr>
      <dsp:spPr>
        <a:xfrm>
          <a:off x="456484" y="134086"/>
          <a:ext cx="5610759" cy="5610759"/>
        </a:xfrm>
        <a:prstGeom prst="circularArrow">
          <a:avLst>
            <a:gd name="adj1" fmla="val 5085"/>
            <a:gd name="adj2" fmla="val 327528"/>
            <a:gd name="adj3" fmla="val 443744"/>
            <a:gd name="adj4" fmla="val 19285776"/>
            <a:gd name="adj5" fmla="val 5932"/>
          </a:avLst>
        </a:prstGeom>
        <a:solidFill>
          <a:schemeClr val="accent5">
            <a:hueOff val="1039540"/>
            <a:satOff val="-669"/>
            <a:lumOff val="45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8000DDB-925E-4022-9241-54CCBB5F4581}">
      <dsp:nvSpPr>
        <dsp:cNvPr id="0" name=""/>
        <dsp:cNvSpPr/>
      </dsp:nvSpPr>
      <dsp:spPr>
        <a:xfrm>
          <a:off x="433222" y="234893"/>
          <a:ext cx="5610759" cy="5610759"/>
        </a:xfrm>
        <a:prstGeom prst="circularArrow">
          <a:avLst>
            <a:gd name="adj1" fmla="val 5085"/>
            <a:gd name="adj2" fmla="val 327528"/>
            <a:gd name="adj3" fmla="val 3529100"/>
            <a:gd name="adj4" fmla="val 770764"/>
            <a:gd name="adj5" fmla="val 5932"/>
          </a:avLst>
        </a:prstGeom>
        <a:solidFill>
          <a:schemeClr val="accent5">
            <a:hueOff val="2079079"/>
            <a:satOff val="-1338"/>
            <a:lumOff val="91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A1AD44-D199-4EC6-ACA0-12EB310CABF5}">
      <dsp:nvSpPr>
        <dsp:cNvPr id="0" name=""/>
        <dsp:cNvSpPr/>
      </dsp:nvSpPr>
      <dsp:spPr>
        <a:xfrm>
          <a:off x="340429" y="279218"/>
          <a:ext cx="5610759" cy="5610759"/>
        </a:xfrm>
        <a:prstGeom prst="circularArrow">
          <a:avLst>
            <a:gd name="adj1" fmla="val 5085"/>
            <a:gd name="adj2" fmla="val 327528"/>
            <a:gd name="adj3" fmla="val 6615046"/>
            <a:gd name="adj4" fmla="val 3857426"/>
            <a:gd name="adj5" fmla="val 5932"/>
          </a:avLst>
        </a:prstGeom>
        <a:solidFill>
          <a:schemeClr val="accent5">
            <a:hueOff val="3118619"/>
            <a:satOff val="-2006"/>
            <a:lumOff val="137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761B98B-82C1-473F-A8F7-7FB91FF9CDA5}">
      <dsp:nvSpPr>
        <dsp:cNvPr id="0" name=""/>
        <dsp:cNvSpPr/>
      </dsp:nvSpPr>
      <dsp:spPr>
        <a:xfrm>
          <a:off x="247636" y="234893"/>
          <a:ext cx="5610759" cy="5610759"/>
        </a:xfrm>
        <a:prstGeom prst="circularArrow">
          <a:avLst>
            <a:gd name="adj1" fmla="val 5085"/>
            <a:gd name="adj2" fmla="val 327528"/>
            <a:gd name="adj3" fmla="val 9701707"/>
            <a:gd name="adj4" fmla="val 6943371"/>
            <a:gd name="adj5" fmla="val 5932"/>
          </a:avLst>
        </a:prstGeom>
        <a:solidFill>
          <a:schemeClr val="accent5">
            <a:hueOff val="4158159"/>
            <a:satOff val="-2675"/>
            <a:lumOff val="182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D25245D-D5DB-4137-88BC-0F72DF8DF47F}">
      <dsp:nvSpPr>
        <dsp:cNvPr id="0" name=""/>
        <dsp:cNvSpPr/>
      </dsp:nvSpPr>
      <dsp:spPr>
        <a:xfrm>
          <a:off x="224374" y="134086"/>
          <a:ext cx="5610759" cy="5610759"/>
        </a:xfrm>
        <a:prstGeom prst="circularArrow">
          <a:avLst>
            <a:gd name="adj1" fmla="val 5085"/>
            <a:gd name="adj2" fmla="val 327528"/>
            <a:gd name="adj3" fmla="val 12786695"/>
            <a:gd name="adj4" fmla="val 10028727"/>
            <a:gd name="adj5" fmla="val 5932"/>
          </a:avLst>
        </a:prstGeom>
        <a:solidFill>
          <a:schemeClr val="accent5">
            <a:hueOff val="5197698"/>
            <a:satOff val="-3344"/>
            <a:lumOff val="228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371F038-BCAD-474E-8A0C-0E5B1E05CE4C}">
      <dsp:nvSpPr>
        <dsp:cNvPr id="0" name=""/>
        <dsp:cNvSpPr/>
      </dsp:nvSpPr>
      <dsp:spPr>
        <a:xfrm>
          <a:off x="288968" y="53492"/>
          <a:ext cx="5610759" cy="5610759"/>
        </a:xfrm>
        <a:prstGeom prst="circularArrow">
          <a:avLst>
            <a:gd name="adj1" fmla="val 5085"/>
            <a:gd name="adj2" fmla="val 327528"/>
            <a:gd name="adj3" fmla="val 15872129"/>
            <a:gd name="adj4" fmla="val 13114645"/>
            <a:gd name="adj5" fmla="val 5932"/>
          </a:avLst>
        </a:prstGeom>
        <a:solidFill>
          <a:schemeClr val="accent5">
            <a:hueOff val="6237238"/>
            <a:satOff val="-4013"/>
            <a:lumOff val="2744"/>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3546056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3559538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4235607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AFC2F28-8D7B-40E0-8B5D-20ED1A9FFE82}" type="datetimeFigureOut">
              <a:rPr lang="es-MX" smtClean="0"/>
              <a:t>16/04/2020</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3884963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AFC2F28-8D7B-40E0-8B5D-20ED1A9FFE82}" type="datetimeFigureOut">
              <a:rPr lang="es-MX" smtClean="0"/>
              <a:t>16/04/2020</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2767722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3"/>
          <p:cNvSpPr>
            <a:spLocks noGrp="1"/>
          </p:cNvSpPr>
          <p:nvPr>
            <p:ph type="ftr" sz="quarter" idx="11"/>
          </p:nvPr>
        </p:nvSpPr>
        <p:spPr/>
        <p:txBody>
          <a:bodyPr/>
          <a:lstStyle/>
          <a:p>
            <a:endParaRPr lang="es-MX"/>
          </a:p>
        </p:txBody>
      </p:sp>
      <p:sp>
        <p:nvSpPr>
          <p:cNvPr id="6" name="Slide Number Placeholder 4"/>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2284731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2"/>
          <p:cNvSpPr>
            <a:spLocks noGrp="1"/>
          </p:cNvSpPr>
          <p:nvPr>
            <p:ph type="ftr" sz="quarter" idx="11"/>
          </p:nvPr>
        </p:nvSpPr>
        <p:spPr/>
        <p:txBody>
          <a:bodyPr/>
          <a:lstStyle/>
          <a:p>
            <a:endParaRPr lang="es-MX"/>
          </a:p>
        </p:txBody>
      </p:sp>
      <p:sp>
        <p:nvSpPr>
          <p:cNvPr id="6" name="Slide Number Placeholder 3"/>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569662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5"/>
          <p:cNvSpPr>
            <a:spLocks noGrp="1"/>
          </p:cNvSpPr>
          <p:nvPr>
            <p:ph type="ftr" sz="quarter" idx="11"/>
          </p:nvPr>
        </p:nvSpPr>
        <p:spPr/>
        <p:txBody>
          <a:bodyPr/>
          <a:lstStyle/>
          <a:p>
            <a:endParaRPr lang="es-MX"/>
          </a:p>
        </p:txBody>
      </p:sp>
      <p:sp>
        <p:nvSpPr>
          <p:cNvPr id="6" name="Slide Number Placeholder 6"/>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320613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AFC2F28-8D7B-40E0-8B5D-20ED1A9FFE82}" type="datetimeFigureOut">
              <a:rPr lang="es-MX" smtClean="0"/>
              <a:t>16/04/2020</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4010041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AFC2F28-8D7B-40E0-8B5D-20ED1A9FFE82}" type="datetimeFigureOut">
              <a:rPr lang="es-MX" smtClean="0"/>
              <a:t>16/04/2020</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2234368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1226236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66984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3835458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10146467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75666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984163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AFC2F28-8D7B-40E0-8B5D-20ED1A9FFE82}" type="datetimeFigureOut">
              <a:rPr lang="es-MX" smtClean="0"/>
              <a:t>16/04/2020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BDC473D-74C3-48F0-B620-5F70A933918C}" type="slidenum">
              <a:rPr lang="es-MX" smtClean="0"/>
              <a:t>‹Nº›</a:t>
            </a:fld>
            <a:endParaRPr lang="es-MX"/>
          </a:p>
        </p:txBody>
      </p:sp>
    </p:spTree>
    <p:extLst>
      <p:ext uri="{BB962C8B-B14F-4D97-AF65-F5344CB8AC3E}">
        <p14:creationId xmlns:p14="http://schemas.microsoft.com/office/powerpoint/2010/main" val="2106047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AFC2F28-8D7B-40E0-8B5D-20ED1A9FFE82}" type="datetimeFigureOut">
              <a:rPr lang="es-MX" smtClean="0"/>
              <a:t>16/04/2020</a:t>
            </a:fld>
            <a:endParaRPr lang="es-MX"/>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MX"/>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BDC473D-74C3-48F0-B620-5F70A933918C}" type="slidenum">
              <a:rPr lang="es-MX" smtClean="0"/>
              <a:t>‹Nº›</a:t>
            </a:fld>
            <a:endParaRPr lang="es-MX"/>
          </a:p>
        </p:txBody>
      </p:sp>
    </p:spTree>
    <p:extLst>
      <p:ext uri="{BB962C8B-B14F-4D97-AF65-F5344CB8AC3E}">
        <p14:creationId xmlns:p14="http://schemas.microsoft.com/office/powerpoint/2010/main" val="366760451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png"/><Relationship Id="rId7" Type="http://schemas.openxmlformats.org/officeDocument/2006/relationships/image" Target="../media/image4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17258F-6D2A-411B-A216-DE0F88E41DA9}"/>
              </a:ext>
            </a:extLst>
          </p:cNvPr>
          <p:cNvSpPr>
            <a:spLocks noGrp="1"/>
          </p:cNvSpPr>
          <p:nvPr>
            <p:ph type="ctrTitle"/>
          </p:nvPr>
        </p:nvSpPr>
        <p:spPr>
          <a:xfrm>
            <a:off x="1154955" y="800686"/>
            <a:ext cx="8825658" cy="3329581"/>
          </a:xfrm>
        </p:spPr>
        <p:txBody>
          <a:bodyPr/>
          <a:lstStyle/>
          <a:p>
            <a:r>
              <a:rPr lang="es-MX" dirty="0"/>
              <a:t>Introducción a Machine Learning</a:t>
            </a:r>
          </a:p>
        </p:txBody>
      </p:sp>
      <p:sp>
        <p:nvSpPr>
          <p:cNvPr id="3" name="Subtítulo 2">
            <a:extLst>
              <a:ext uri="{FF2B5EF4-FFF2-40B4-BE49-F238E27FC236}">
                <a16:creationId xmlns:a16="http://schemas.microsoft.com/office/drawing/2014/main" id="{121982DE-71E7-4478-8BBF-FD67CABB0704}"/>
              </a:ext>
            </a:extLst>
          </p:cNvPr>
          <p:cNvSpPr>
            <a:spLocks noGrp="1"/>
          </p:cNvSpPr>
          <p:nvPr>
            <p:ph type="subTitle" idx="1"/>
          </p:nvPr>
        </p:nvSpPr>
        <p:spPr>
          <a:xfrm>
            <a:off x="1154955" y="4936814"/>
            <a:ext cx="8825658" cy="496577"/>
          </a:xfrm>
        </p:spPr>
        <p:txBody>
          <a:bodyPr/>
          <a:lstStyle/>
          <a:p>
            <a:r>
              <a:rPr lang="es-MX" dirty="0"/>
              <a:t>Sesión 1: introducción y clasificación.</a:t>
            </a:r>
          </a:p>
        </p:txBody>
      </p:sp>
    </p:spTree>
    <p:extLst>
      <p:ext uri="{BB962C8B-B14F-4D97-AF65-F5344CB8AC3E}">
        <p14:creationId xmlns:p14="http://schemas.microsoft.com/office/powerpoint/2010/main" val="3032927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6D76C1-B422-4837-A655-A8D6CBF21652}"/>
              </a:ext>
            </a:extLst>
          </p:cNvPr>
          <p:cNvSpPr>
            <a:spLocks noGrp="1"/>
          </p:cNvSpPr>
          <p:nvPr>
            <p:ph type="title"/>
          </p:nvPr>
        </p:nvSpPr>
        <p:spPr>
          <a:xfrm>
            <a:off x="650669" y="629266"/>
            <a:ext cx="3330328" cy="1641986"/>
          </a:xfrm>
        </p:spPr>
        <p:txBody>
          <a:bodyPr>
            <a:normAutofit/>
          </a:bodyPr>
          <a:lstStyle/>
          <a:p>
            <a:pPr>
              <a:lnSpc>
                <a:spcPct val="90000"/>
              </a:lnSpc>
            </a:pPr>
            <a:r>
              <a:rPr lang="es-MX" sz="3600" dirty="0"/>
              <a:t>¿Qué es Machine Learning?</a:t>
            </a:r>
          </a:p>
        </p:txBody>
      </p:sp>
      <p:pic>
        <p:nvPicPr>
          <p:cNvPr id="1026" name="Picture 2">
            <a:extLst>
              <a:ext uri="{FF2B5EF4-FFF2-40B4-BE49-F238E27FC236}">
                <a16:creationId xmlns:a16="http://schemas.microsoft.com/office/drawing/2014/main" id="{6142AB32-A0CC-4AA8-92B1-E4C6B5BE25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979" r="12948" b="-1"/>
          <a:stretch/>
        </p:blipFill>
        <p:spPr bwMode="auto">
          <a:xfrm>
            <a:off x="4634680" y="10"/>
            <a:ext cx="756013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A26E2FAE-FA60-497B-B2CB-7702C6FF3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Marcador de contenido 2">
            <a:extLst>
              <a:ext uri="{FF2B5EF4-FFF2-40B4-BE49-F238E27FC236}">
                <a16:creationId xmlns:a16="http://schemas.microsoft.com/office/drawing/2014/main" id="{068A3ABF-A7E3-49FD-847E-14C9BC894810}"/>
              </a:ext>
            </a:extLst>
          </p:cNvPr>
          <p:cNvSpPr>
            <a:spLocks noGrp="1"/>
          </p:cNvSpPr>
          <p:nvPr>
            <p:ph idx="1"/>
          </p:nvPr>
        </p:nvSpPr>
        <p:spPr>
          <a:xfrm>
            <a:off x="650669" y="2809462"/>
            <a:ext cx="3868323" cy="3180522"/>
          </a:xfrm>
        </p:spPr>
        <p:txBody>
          <a:bodyPr>
            <a:normAutofit/>
          </a:bodyPr>
          <a:lstStyle/>
          <a:p>
            <a:pPr>
              <a:lnSpc>
                <a:spcPct val="90000"/>
              </a:lnSpc>
            </a:pPr>
            <a:r>
              <a:rPr lang="es-ES" sz="1700" dirty="0"/>
              <a:t>Machine Learning es la ciencia de programar computadoras de modo que puedan aprender a partir de datos.</a:t>
            </a:r>
          </a:p>
          <a:p>
            <a:pPr>
              <a:lnSpc>
                <a:spcPct val="90000"/>
              </a:lnSpc>
            </a:pPr>
            <a:endParaRPr lang="es-ES" sz="1700" dirty="0"/>
          </a:p>
          <a:p>
            <a:pPr>
              <a:lnSpc>
                <a:spcPct val="90000"/>
              </a:lnSpc>
            </a:pPr>
            <a:endParaRPr lang="es-ES" sz="1700" dirty="0"/>
          </a:p>
          <a:p>
            <a:pPr>
              <a:lnSpc>
                <a:spcPct val="90000"/>
              </a:lnSpc>
            </a:pPr>
            <a:r>
              <a:rPr lang="es-ES" sz="1700" dirty="0"/>
              <a:t>Machine Learning es el campo de estudio que les da, a las computadoras, la habilidad de aprender sin haber sido programadas explícitamente.</a:t>
            </a:r>
            <a:endParaRPr lang="es-MX" sz="1700" dirty="0"/>
          </a:p>
        </p:txBody>
      </p:sp>
    </p:spTree>
    <p:extLst>
      <p:ext uri="{BB962C8B-B14F-4D97-AF65-F5344CB8AC3E}">
        <p14:creationId xmlns:p14="http://schemas.microsoft.com/office/powerpoint/2010/main" val="3535465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ítulo 1">
            <a:extLst>
              <a:ext uri="{FF2B5EF4-FFF2-40B4-BE49-F238E27FC236}">
                <a16:creationId xmlns:a16="http://schemas.microsoft.com/office/drawing/2014/main" id="{F6D1C301-217E-4E6D-A09C-B8B657CEE222}"/>
              </a:ext>
            </a:extLst>
          </p:cNvPr>
          <p:cNvSpPr>
            <a:spLocks noGrp="1"/>
          </p:cNvSpPr>
          <p:nvPr>
            <p:ph type="title"/>
          </p:nvPr>
        </p:nvSpPr>
        <p:spPr>
          <a:xfrm>
            <a:off x="806195" y="804672"/>
            <a:ext cx="3521359" cy="5248656"/>
          </a:xfrm>
        </p:spPr>
        <p:txBody>
          <a:bodyPr anchor="ctr">
            <a:normAutofit/>
          </a:bodyPr>
          <a:lstStyle/>
          <a:p>
            <a:pPr algn="ctr"/>
            <a:r>
              <a:rPr lang="es-MX" sz="3900"/>
              <a:t>Hipótesis Fundamental de Machine Learning</a:t>
            </a:r>
          </a:p>
        </p:txBody>
      </p:sp>
      <p:sp>
        <p:nvSpPr>
          <p:cNvPr id="7" name="Marcador de contenido 2">
            <a:extLst>
              <a:ext uri="{FF2B5EF4-FFF2-40B4-BE49-F238E27FC236}">
                <a16:creationId xmlns:a16="http://schemas.microsoft.com/office/drawing/2014/main" id="{D1D84878-BFCE-40E3-894B-072E63C7589D}"/>
              </a:ext>
            </a:extLst>
          </p:cNvPr>
          <p:cNvSpPr>
            <a:spLocks noGrp="1"/>
          </p:cNvSpPr>
          <p:nvPr>
            <p:ph idx="1"/>
          </p:nvPr>
        </p:nvSpPr>
        <p:spPr>
          <a:xfrm>
            <a:off x="4975861" y="804671"/>
            <a:ext cx="6399930" cy="5248657"/>
          </a:xfrm>
        </p:spPr>
        <p:txBody>
          <a:bodyPr anchor="ctr">
            <a:normAutofit/>
          </a:bodyPr>
          <a:lstStyle/>
          <a:p>
            <a:pPr algn="just"/>
            <a:r>
              <a:rPr lang="es-ES" dirty="0"/>
              <a:t>Es posible representar la realidad utilizando una función matemática que el algoritmo no conoce inicialmente, pero que, después de haber visto (analizado) información, puede formular, o bien, adivinar.</a:t>
            </a:r>
          </a:p>
          <a:p>
            <a:pPr algn="just"/>
            <a:r>
              <a:rPr lang="es-ES" dirty="0"/>
              <a:t>Se puede expresar la realidad y toda su complejidad en términos de una función matemática desconocida (función de mapeo). Por tanto, los algoritmos de ML tienen la tarea de hallar esa función y hacerla útil y conveniente</a:t>
            </a:r>
            <a:endParaRPr lang="es-MX" dirty="0"/>
          </a:p>
        </p:txBody>
      </p:sp>
    </p:spTree>
    <p:extLst>
      <p:ext uri="{BB962C8B-B14F-4D97-AF65-F5344CB8AC3E}">
        <p14:creationId xmlns:p14="http://schemas.microsoft.com/office/powerpoint/2010/main" val="2698696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5310A0-4DE9-4305-88E2-308B4599B6D5}"/>
              </a:ext>
            </a:extLst>
          </p:cNvPr>
          <p:cNvSpPr>
            <a:spLocks noGrp="1"/>
          </p:cNvSpPr>
          <p:nvPr>
            <p:ph type="title"/>
          </p:nvPr>
        </p:nvSpPr>
        <p:spPr/>
        <p:txBody>
          <a:bodyPr>
            <a:normAutofit/>
          </a:bodyPr>
          <a:lstStyle/>
          <a:p>
            <a:pPr>
              <a:lnSpc>
                <a:spcPct val="90000"/>
              </a:lnSpc>
            </a:pPr>
            <a:r>
              <a:rPr lang="es-MX" sz="3900" dirty="0"/>
              <a:t>Machine Learning vs Programación Tradicional</a:t>
            </a:r>
          </a:p>
        </p:txBody>
      </p:sp>
      <p:pic>
        <p:nvPicPr>
          <p:cNvPr id="5" name="Marcador de contenido 4">
            <a:extLst>
              <a:ext uri="{FF2B5EF4-FFF2-40B4-BE49-F238E27FC236}">
                <a16:creationId xmlns:a16="http://schemas.microsoft.com/office/drawing/2014/main" id="{6A0B454D-A2FA-4CF2-8835-980090E28784}"/>
              </a:ext>
            </a:extLst>
          </p:cNvPr>
          <p:cNvPicPr>
            <a:picLocks noGrp="1" noChangeAspect="1"/>
          </p:cNvPicPr>
          <p:nvPr>
            <p:ph sz="half" idx="1"/>
          </p:nvPr>
        </p:nvPicPr>
        <p:blipFill>
          <a:blip r:embed="rId3"/>
          <a:stretch>
            <a:fillRect/>
          </a:stretch>
        </p:blipFill>
        <p:spPr>
          <a:xfrm>
            <a:off x="6640573" y="2940148"/>
            <a:ext cx="5276573" cy="3240000"/>
          </a:xfrm>
          <a:prstGeom prst="rect">
            <a:avLst/>
          </a:prstGeom>
        </p:spPr>
      </p:pic>
      <p:pic>
        <p:nvPicPr>
          <p:cNvPr id="4" name="Marcador de contenido 3">
            <a:extLst>
              <a:ext uri="{FF2B5EF4-FFF2-40B4-BE49-F238E27FC236}">
                <a16:creationId xmlns:a16="http://schemas.microsoft.com/office/drawing/2014/main" id="{7359F86E-EFBF-4938-BC43-CBF01F507EB1}"/>
              </a:ext>
            </a:extLst>
          </p:cNvPr>
          <p:cNvPicPr>
            <a:picLocks noChangeAspect="1"/>
          </p:cNvPicPr>
          <p:nvPr/>
        </p:nvPicPr>
        <p:blipFill rotWithShape="1">
          <a:blip r:embed="rId4"/>
          <a:srcRect l="5150"/>
          <a:stretch/>
        </p:blipFill>
        <p:spPr>
          <a:xfrm>
            <a:off x="274854" y="2940148"/>
            <a:ext cx="5587541" cy="3240000"/>
          </a:xfrm>
          <a:prstGeom prst="rect">
            <a:avLst/>
          </a:prstGeom>
          <a:effectLst>
            <a:outerShdw blurRad="50800" dist="38100" dir="5400000" algn="t" rotWithShape="0">
              <a:prstClr val="black">
                <a:alpha val="43000"/>
              </a:prstClr>
            </a:outerShdw>
          </a:effectLst>
        </p:spPr>
      </p:pic>
      <p:sp>
        <p:nvSpPr>
          <p:cNvPr id="7" name="CuadroTexto 6">
            <a:extLst>
              <a:ext uri="{FF2B5EF4-FFF2-40B4-BE49-F238E27FC236}">
                <a16:creationId xmlns:a16="http://schemas.microsoft.com/office/drawing/2014/main" id="{5142D4A4-B7ED-41A5-8950-FC0BCE03CCAB}"/>
              </a:ext>
            </a:extLst>
          </p:cNvPr>
          <p:cNvSpPr txBox="1"/>
          <p:nvPr/>
        </p:nvSpPr>
        <p:spPr>
          <a:xfrm>
            <a:off x="274854" y="2196643"/>
            <a:ext cx="5436629" cy="400110"/>
          </a:xfrm>
          <a:prstGeom prst="rect">
            <a:avLst/>
          </a:prstGeom>
          <a:noFill/>
        </p:spPr>
        <p:txBody>
          <a:bodyPr wrap="square" rtlCol="0">
            <a:spAutoFit/>
          </a:bodyPr>
          <a:lstStyle/>
          <a:p>
            <a:pPr algn="ctr"/>
            <a:r>
              <a:rPr lang="es-MX" sz="2000" dirty="0"/>
              <a:t>Programación Tradicional</a:t>
            </a:r>
          </a:p>
        </p:txBody>
      </p:sp>
      <p:sp>
        <p:nvSpPr>
          <p:cNvPr id="9" name="CuadroTexto 8">
            <a:extLst>
              <a:ext uri="{FF2B5EF4-FFF2-40B4-BE49-F238E27FC236}">
                <a16:creationId xmlns:a16="http://schemas.microsoft.com/office/drawing/2014/main" id="{4DB94615-F3DD-443D-91AB-10372C9EA7B0}"/>
              </a:ext>
            </a:extLst>
          </p:cNvPr>
          <p:cNvSpPr txBox="1"/>
          <p:nvPr/>
        </p:nvSpPr>
        <p:spPr>
          <a:xfrm>
            <a:off x="6480517" y="2196643"/>
            <a:ext cx="5436629" cy="400110"/>
          </a:xfrm>
          <a:prstGeom prst="rect">
            <a:avLst/>
          </a:prstGeom>
          <a:noFill/>
        </p:spPr>
        <p:txBody>
          <a:bodyPr wrap="square" rtlCol="0">
            <a:spAutoFit/>
          </a:bodyPr>
          <a:lstStyle/>
          <a:p>
            <a:pPr algn="ctr"/>
            <a:r>
              <a:rPr lang="es-MX" sz="2000" dirty="0"/>
              <a:t>Machine Learning</a:t>
            </a:r>
          </a:p>
        </p:txBody>
      </p:sp>
    </p:spTree>
    <p:extLst>
      <p:ext uri="{BB962C8B-B14F-4D97-AF65-F5344CB8AC3E}">
        <p14:creationId xmlns:p14="http://schemas.microsoft.com/office/powerpoint/2010/main" val="1025090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3" name="Picture 7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5" name="Picture 7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7" name="Oval 7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79" name="Picture 7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81" name="Picture 8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83" name="Rectangle 8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2D0BBBBF-E2A0-45B7-BFF3-D08B76F64AE1}"/>
              </a:ext>
            </a:extLst>
          </p:cNvPr>
          <p:cNvSpPr>
            <a:spLocks noGrp="1"/>
          </p:cNvSpPr>
          <p:nvPr>
            <p:ph type="title"/>
          </p:nvPr>
        </p:nvSpPr>
        <p:spPr>
          <a:xfrm>
            <a:off x="635458" y="4542502"/>
            <a:ext cx="9181185" cy="1189985"/>
          </a:xfrm>
        </p:spPr>
        <p:txBody>
          <a:bodyPr vert="horz" lIns="91440" tIns="45720" rIns="91440" bIns="45720" rtlCol="0" anchor="b">
            <a:normAutofit/>
          </a:bodyPr>
          <a:lstStyle/>
          <a:p>
            <a:r>
              <a:rPr lang="en-US" sz="5600"/>
              <a:t>¿Por qué se necesita ML?</a:t>
            </a:r>
          </a:p>
        </p:txBody>
      </p:sp>
      <p:pic>
        <p:nvPicPr>
          <p:cNvPr id="2050" name="Picture 2">
            <a:extLst>
              <a:ext uri="{FF2B5EF4-FFF2-40B4-BE49-F238E27FC236}">
                <a16:creationId xmlns:a16="http://schemas.microsoft.com/office/drawing/2014/main" id="{3483E2D5-F694-42D8-B131-4878AE9DFBE2}"/>
              </a:ext>
            </a:extLst>
          </p:cNvPr>
          <p:cNvPicPr>
            <a:picLocks noGrp="1" noChangeAspect="1" noChangeArrowheads="1"/>
          </p:cNvPicPr>
          <p:nvPr>
            <p:ph idx="1"/>
          </p:nvPr>
        </p:nvPicPr>
        <p:blipFill>
          <a:blip r:embed="rId7">
            <a:extLst>
              <a:ext uri="{28A0092B-C50C-407E-A947-70E740481C1C}">
                <a14:useLocalDpi xmlns:a14="http://schemas.microsoft.com/office/drawing/2010/main" val="0"/>
              </a:ext>
            </a:extLst>
          </a:blip>
          <a:stretch>
            <a:fillRect/>
          </a:stretch>
        </p:blipFill>
        <p:spPr bwMode="auto">
          <a:xfrm>
            <a:off x="635457" y="720622"/>
            <a:ext cx="4426563" cy="3441652"/>
          </a:xfrm>
          <a:prstGeom prst="rect">
            <a:avLst/>
          </a:prstGeom>
          <a:noFill/>
          <a:effectLst>
            <a:outerShdw blurRad="50800" dist="38100" dir="5400000" algn="t" rotWithShape="0">
              <a:prstClr val="black">
                <a:alpha val="43000"/>
              </a:prstClr>
            </a:outerShdw>
          </a:effectLst>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26903A8-39A5-4960-A7C9-E7E44735BD7A}"/>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5383754" y="1127031"/>
            <a:ext cx="4426563" cy="2622738"/>
          </a:xfrm>
          <a:prstGeom prst="rect">
            <a:avLst/>
          </a:prstGeom>
          <a:noFill/>
          <a:effectLst>
            <a:outerShdw blurRad="50800" dist="38100" dir="5400000" algn="t" rotWithShape="0">
              <a:prstClr val="black">
                <a:alpha val="43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094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A45DBB-2C0B-4B13-8066-32EF6FB7961E}"/>
              </a:ext>
            </a:extLst>
          </p:cNvPr>
          <p:cNvSpPr>
            <a:spLocks noGrp="1"/>
          </p:cNvSpPr>
          <p:nvPr>
            <p:ph type="title"/>
          </p:nvPr>
        </p:nvSpPr>
        <p:spPr/>
        <p:txBody>
          <a:bodyPr/>
          <a:lstStyle/>
          <a:p>
            <a:r>
              <a:rPr lang="es-MX" dirty="0"/>
              <a:t>Ventajas y Desventajas de ML</a:t>
            </a:r>
          </a:p>
        </p:txBody>
      </p:sp>
      <p:sp>
        <p:nvSpPr>
          <p:cNvPr id="4" name="Marcador de contenido 3">
            <a:extLst>
              <a:ext uri="{FF2B5EF4-FFF2-40B4-BE49-F238E27FC236}">
                <a16:creationId xmlns:a16="http://schemas.microsoft.com/office/drawing/2014/main" id="{FCC7C2BE-732C-49F3-9A4A-9499CC5C6728}"/>
              </a:ext>
            </a:extLst>
          </p:cNvPr>
          <p:cNvSpPr>
            <a:spLocks noGrp="1"/>
          </p:cNvSpPr>
          <p:nvPr>
            <p:ph sz="half" idx="1"/>
          </p:nvPr>
        </p:nvSpPr>
        <p:spPr/>
        <p:txBody>
          <a:bodyPr>
            <a:normAutofit/>
          </a:bodyPr>
          <a:lstStyle/>
          <a:p>
            <a:pPr marL="0" indent="0" algn="ctr">
              <a:buNone/>
            </a:pPr>
            <a:r>
              <a:rPr lang="es-MX" sz="2400" dirty="0"/>
              <a:t>Ventajas</a:t>
            </a:r>
          </a:p>
          <a:p>
            <a:r>
              <a:rPr lang="es-MX" sz="2000" dirty="0"/>
              <a:t>Identifica tendencias y patrones muy fácilmente.</a:t>
            </a:r>
          </a:p>
          <a:p>
            <a:r>
              <a:rPr lang="es-MX" sz="2000" dirty="0"/>
              <a:t>No requiere de intervención humana (automatización).</a:t>
            </a:r>
          </a:p>
          <a:p>
            <a:r>
              <a:rPr lang="es-MX" sz="2000" dirty="0"/>
              <a:t>Mejora de desempeño continua.</a:t>
            </a:r>
          </a:p>
          <a:p>
            <a:r>
              <a:rPr lang="es-MX" sz="2000" dirty="0"/>
              <a:t>Es capaz de manipular datos multidimensionales y variados.</a:t>
            </a:r>
          </a:p>
          <a:p>
            <a:r>
              <a:rPr lang="es-MX" sz="2000" dirty="0"/>
              <a:t>Muchas aplicaciones.</a:t>
            </a:r>
          </a:p>
        </p:txBody>
      </p:sp>
      <p:sp>
        <p:nvSpPr>
          <p:cNvPr id="5" name="Marcador de contenido 4">
            <a:extLst>
              <a:ext uri="{FF2B5EF4-FFF2-40B4-BE49-F238E27FC236}">
                <a16:creationId xmlns:a16="http://schemas.microsoft.com/office/drawing/2014/main" id="{BFA33F8A-B038-4E94-975A-E3B1E5F2F35A}"/>
              </a:ext>
            </a:extLst>
          </p:cNvPr>
          <p:cNvSpPr>
            <a:spLocks noGrp="1"/>
          </p:cNvSpPr>
          <p:nvPr>
            <p:ph sz="half" idx="2"/>
          </p:nvPr>
        </p:nvSpPr>
        <p:spPr/>
        <p:txBody>
          <a:bodyPr>
            <a:normAutofit/>
          </a:bodyPr>
          <a:lstStyle/>
          <a:p>
            <a:pPr marL="0" indent="0" algn="ctr">
              <a:buNone/>
            </a:pPr>
            <a:r>
              <a:rPr lang="es-MX" sz="2400" dirty="0"/>
              <a:t>Desventajas</a:t>
            </a:r>
          </a:p>
          <a:p>
            <a:r>
              <a:rPr lang="es-MX" sz="2000" dirty="0"/>
              <a:t>Adquisición de datos.</a:t>
            </a:r>
          </a:p>
          <a:p>
            <a:r>
              <a:rPr lang="es-MX" sz="2000" dirty="0"/>
              <a:t>Tiempo y recursos.</a:t>
            </a:r>
          </a:p>
          <a:p>
            <a:r>
              <a:rPr lang="es-MX" sz="2000" dirty="0"/>
              <a:t>Interpretación de los resultados.</a:t>
            </a:r>
          </a:p>
          <a:p>
            <a:r>
              <a:rPr lang="es-MX" sz="2000" dirty="0"/>
              <a:t>Susceptible a grandes errores en las predicciones.</a:t>
            </a:r>
          </a:p>
        </p:txBody>
      </p:sp>
    </p:spTree>
    <p:extLst>
      <p:ext uri="{BB962C8B-B14F-4D97-AF65-F5344CB8AC3E}">
        <p14:creationId xmlns:p14="http://schemas.microsoft.com/office/powerpoint/2010/main" val="129145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5"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ítulo 4">
            <a:extLst>
              <a:ext uri="{FF2B5EF4-FFF2-40B4-BE49-F238E27FC236}">
                <a16:creationId xmlns:a16="http://schemas.microsoft.com/office/drawing/2014/main" id="{73D4F4F7-9301-43A7-AEF6-66BBB6B5B541}"/>
              </a:ext>
            </a:extLst>
          </p:cNvPr>
          <p:cNvSpPr>
            <a:spLocks noGrp="1"/>
          </p:cNvSpPr>
          <p:nvPr>
            <p:ph type="title"/>
          </p:nvPr>
        </p:nvSpPr>
        <p:spPr>
          <a:xfrm>
            <a:off x="648930" y="629267"/>
            <a:ext cx="9252154" cy="1016654"/>
          </a:xfrm>
        </p:spPr>
        <p:txBody>
          <a:bodyPr>
            <a:normAutofit/>
          </a:bodyPr>
          <a:lstStyle/>
          <a:p>
            <a:r>
              <a:rPr lang="es-MX">
                <a:solidFill>
                  <a:srgbClr val="EBEBEB"/>
                </a:solidFill>
              </a:rPr>
              <a:t>Aplicaciones de ML</a:t>
            </a:r>
          </a:p>
        </p:txBody>
      </p:sp>
      <p:sp>
        <p:nvSpPr>
          <p:cNvPr id="17" name="Rectangle 16">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9" name="Freeform: Shape 18">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graphicFrame>
        <p:nvGraphicFramePr>
          <p:cNvPr id="8" name="Marcador de contenido 5">
            <a:extLst>
              <a:ext uri="{FF2B5EF4-FFF2-40B4-BE49-F238E27FC236}">
                <a16:creationId xmlns:a16="http://schemas.microsoft.com/office/drawing/2014/main" id="{DF72C9F3-02F9-4F69-9CAF-BD7656C2529C}"/>
              </a:ext>
            </a:extLst>
          </p:cNvPr>
          <p:cNvGraphicFramePr>
            <a:graphicFrameLocks noGrp="1"/>
          </p:cNvGraphicFramePr>
          <p:nvPr>
            <p:ph idx="1"/>
            <p:extLst>
              <p:ext uri="{D42A27DB-BD31-4B8C-83A1-F6EECF244321}">
                <p14:modId xmlns:p14="http://schemas.microsoft.com/office/powerpoint/2010/main" val="3841426472"/>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5928518"/>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6619347-9002-435F-AC96-609B4EF74E14}"/>
              </a:ext>
            </a:extLst>
          </p:cNvPr>
          <p:cNvSpPr>
            <a:spLocks noGrp="1"/>
          </p:cNvSpPr>
          <p:nvPr>
            <p:ph type="title"/>
          </p:nvPr>
        </p:nvSpPr>
        <p:spPr>
          <a:xfrm>
            <a:off x="643855" y="1447800"/>
            <a:ext cx="3108626" cy="4572000"/>
          </a:xfrm>
        </p:spPr>
        <p:txBody>
          <a:bodyPr anchor="ctr">
            <a:normAutofit/>
          </a:bodyPr>
          <a:lstStyle/>
          <a:p>
            <a:r>
              <a:rPr lang="es-MX" sz="3000" dirty="0">
                <a:solidFill>
                  <a:srgbClr val="F2F2F2"/>
                </a:solidFill>
              </a:rPr>
              <a:t>Clasificaciones dentro de ML</a:t>
            </a:r>
          </a:p>
        </p:txBody>
      </p:sp>
      <p:sp>
        <p:nvSpPr>
          <p:cNvPr id="12" name="Freeform: Shape 11">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6" name="Rectangle 15">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Marcador de contenido 2">
            <a:extLst>
              <a:ext uri="{FF2B5EF4-FFF2-40B4-BE49-F238E27FC236}">
                <a16:creationId xmlns:a16="http://schemas.microsoft.com/office/drawing/2014/main" id="{42E6CB64-04A7-46A2-91FA-D113F9ACF366}"/>
              </a:ext>
            </a:extLst>
          </p:cNvPr>
          <p:cNvGraphicFramePr>
            <a:graphicFrameLocks noGrp="1"/>
          </p:cNvGraphicFramePr>
          <p:nvPr>
            <p:ph idx="1"/>
            <p:extLst>
              <p:ext uri="{D42A27DB-BD31-4B8C-83A1-F6EECF244321}">
                <p14:modId xmlns:p14="http://schemas.microsoft.com/office/powerpoint/2010/main" val="3386634044"/>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100556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7EDABA-63DF-4BF0-84E9-9B4F6D20386B}"/>
              </a:ext>
            </a:extLst>
          </p:cNvPr>
          <p:cNvSpPr>
            <a:spLocks noGrp="1"/>
          </p:cNvSpPr>
          <p:nvPr>
            <p:ph type="title"/>
          </p:nvPr>
        </p:nvSpPr>
        <p:spPr/>
        <p:txBody>
          <a:bodyPr/>
          <a:lstStyle/>
          <a:p>
            <a:r>
              <a:rPr lang="es-MX" dirty="0"/>
              <a:t>Tipos de Aprendizaje</a:t>
            </a:r>
          </a:p>
        </p:txBody>
      </p:sp>
      <p:sp>
        <p:nvSpPr>
          <p:cNvPr id="4" name="Marcador de texto 3">
            <a:extLst>
              <a:ext uri="{FF2B5EF4-FFF2-40B4-BE49-F238E27FC236}">
                <a16:creationId xmlns:a16="http://schemas.microsoft.com/office/drawing/2014/main" id="{27805DAB-F21B-45D2-981C-29A4FE559B01}"/>
              </a:ext>
            </a:extLst>
          </p:cNvPr>
          <p:cNvSpPr>
            <a:spLocks noGrp="1"/>
          </p:cNvSpPr>
          <p:nvPr>
            <p:ph type="body" idx="1"/>
          </p:nvPr>
        </p:nvSpPr>
        <p:spPr/>
        <p:txBody>
          <a:bodyPr/>
          <a:lstStyle/>
          <a:p>
            <a:r>
              <a:rPr lang="es-MX" dirty="0"/>
              <a:t>Aprendizaje Supervisado</a:t>
            </a:r>
          </a:p>
        </p:txBody>
      </p:sp>
      <p:sp>
        <p:nvSpPr>
          <p:cNvPr id="7" name="Marcador de texto 6">
            <a:extLst>
              <a:ext uri="{FF2B5EF4-FFF2-40B4-BE49-F238E27FC236}">
                <a16:creationId xmlns:a16="http://schemas.microsoft.com/office/drawing/2014/main" id="{72F47234-B57E-4CD2-B45D-922CC19DD7E0}"/>
              </a:ext>
            </a:extLst>
          </p:cNvPr>
          <p:cNvSpPr>
            <a:spLocks noGrp="1"/>
          </p:cNvSpPr>
          <p:nvPr>
            <p:ph type="body" sz="half" idx="15"/>
          </p:nvPr>
        </p:nvSpPr>
        <p:spPr>
          <a:xfrm>
            <a:off x="652463" y="2666999"/>
            <a:ext cx="2927350" cy="3362739"/>
          </a:xfrm>
        </p:spPr>
        <p:txBody>
          <a:bodyPr>
            <a:normAutofit/>
          </a:bodyPr>
          <a:lstStyle/>
          <a:p>
            <a:pPr algn="just"/>
            <a:r>
              <a:rPr lang="es-ES" sz="1600" dirty="0"/>
              <a:t>En este aprendizaje el algoritmo aprende de datos que se le proveen como ejemplo junto a una respuesta asociada a éstos, de forma que luego pueda predecir la respuesta correcta al enfrentarse con nuevos ejemplos.</a:t>
            </a:r>
          </a:p>
          <a:p>
            <a:pPr marL="285750" indent="-285750" algn="just">
              <a:buFont typeface="Arial" panose="020B0604020202020204" pitchFamily="34" charset="0"/>
              <a:buChar char="•"/>
            </a:pPr>
            <a:r>
              <a:rPr lang="es-ES" sz="1600" dirty="0"/>
              <a:t>Clasificación.</a:t>
            </a:r>
          </a:p>
          <a:p>
            <a:pPr marL="285750" indent="-285750" algn="just">
              <a:buFont typeface="Arial" panose="020B0604020202020204" pitchFamily="34" charset="0"/>
              <a:buChar char="•"/>
            </a:pPr>
            <a:r>
              <a:rPr lang="es-ES" sz="1600" dirty="0"/>
              <a:t>Regresión.</a:t>
            </a:r>
            <a:endParaRPr lang="es-MX" sz="1600" dirty="0"/>
          </a:p>
        </p:txBody>
      </p:sp>
      <p:sp>
        <p:nvSpPr>
          <p:cNvPr id="5" name="Marcador de texto 4">
            <a:extLst>
              <a:ext uri="{FF2B5EF4-FFF2-40B4-BE49-F238E27FC236}">
                <a16:creationId xmlns:a16="http://schemas.microsoft.com/office/drawing/2014/main" id="{837672C3-5A68-440F-8C39-02D2E03B779A}"/>
              </a:ext>
            </a:extLst>
          </p:cNvPr>
          <p:cNvSpPr>
            <a:spLocks noGrp="1"/>
          </p:cNvSpPr>
          <p:nvPr>
            <p:ph type="body" sz="quarter" idx="3"/>
          </p:nvPr>
        </p:nvSpPr>
        <p:spPr/>
        <p:txBody>
          <a:bodyPr/>
          <a:lstStyle/>
          <a:p>
            <a:r>
              <a:rPr lang="es-MX" dirty="0"/>
              <a:t>Aprendizaje No Supervisado</a:t>
            </a:r>
          </a:p>
        </p:txBody>
      </p:sp>
      <p:sp>
        <p:nvSpPr>
          <p:cNvPr id="8" name="Marcador de texto 7">
            <a:extLst>
              <a:ext uri="{FF2B5EF4-FFF2-40B4-BE49-F238E27FC236}">
                <a16:creationId xmlns:a16="http://schemas.microsoft.com/office/drawing/2014/main" id="{59D948F0-5A41-414E-8DAA-4CC26287A26F}"/>
              </a:ext>
            </a:extLst>
          </p:cNvPr>
          <p:cNvSpPr>
            <a:spLocks noGrp="1"/>
          </p:cNvSpPr>
          <p:nvPr>
            <p:ph type="body" sz="half" idx="16"/>
          </p:nvPr>
        </p:nvSpPr>
        <p:spPr>
          <a:xfrm>
            <a:off x="3873106" y="2667000"/>
            <a:ext cx="2946794" cy="2337753"/>
          </a:xfrm>
        </p:spPr>
        <p:txBody>
          <a:bodyPr>
            <a:normAutofit/>
          </a:bodyPr>
          <a:lstStyle/>
          <a:p>
            <a:pPr algn="just"/>
            <a:r>
              <a:rPr lang="es-ES" sz="1600" dirty="0"/>
              <a:t>En este aprendizaje el algoritmo aprende de ejemplos que no tienen asociados ninguna respuesta, por lo que debe de determinar los patrones de los datos por su cuenta.</a:t>
            </a:r>
          </a:p>
          <a:p>
            <a:pPr marL="285750" indent="-285750" algn="just">
              <a:buFont typeface="Arial" panose="020B0604020202020204" pitchFamily="34" charset="0"/>
              <a:buChar char="•"/>
            </a:pPr>
            <a:r>
              <a:rPr lang="es-ES" sz="1600" dirty="0" err="1"/>
              <a:t>Clustering</a:t>
            </a:r>
            <a:endParaRPr lang="es-MX" sz="1600" dirty="0"/>
          </a:p>
        </p:txBody>
      </p:sp>
      <p:sp>
        <p:nvSpPr>
          <p:cNvPr id="6" name="Marcador de texto 5">
            <a:extLst>
              <a:ext uri="{FF2B5EF4-FFF2-40B4-BE49-F238E27FC236}">
                <a16:creationId xmlns:a16="http://schemas.microsoft.com/office/drawing/2014/main" id="{6892446D-530B-4402-9805-1F2496FBF544}"/>
              </a:ext>
            </a:extLst>
          </p:cNvPr>
          <p:cNvSpPr>
            <a:spLocks noGrp="1"/>
          </p:cNvSpPr>
          <p:nvPr>
            <p:ph type="body" sz="quarter" idx="13"/>
          </p:nvPr>
        </p:nvSpPr>
        <p:spPr/>
        <p:txBody>
          <a:bodyPr/>
          <a:lstStyle/>
          <a:p>
            <a:r>
              <a:rPr lang="es-MX" dirty="0"/>
              <a:t>Aprendizaje por Refuerzo</a:t>
            </a:r>
          </a:p>
        </p:txBody>
      </p:sp>
      <p:sp>
        <p:nvSpPr>
          <p:cNvPr id="9" name="Marcador de texto 8">
            <a:extLst>
              <a:ext uri="{FF2B5EF4-FFF2-40B4-BE49-F238E27FC236}">
                <a16:creationId xmlns:a16="http://schemas.microsoft.com/office/drawing/2014/main" id="{F9A29425-192E-4DFA-B713-3FC32B57859E}"/>
              </a:ext>
            </a:extLst>
          </p:cNvPr>
          <p:cNvSpPr>
            <a:spLocks noGrp="1"/>
          </p:cNvSpPr>
          <p:nvPr>
            <p:ph type="body" sz="half" idx="17"/>
          </p:nvPr>
        </p:nvSpPr>
        <p:spPr/>
        <p:txBody>
          <a:bodyPr>
            <a:normAutofit fontScale="92500"/>
          </a:bodyPr>
          <a:lstStyle/>
          <a:p>
            <a:pPr algn="just"/>
            <a:r>
              <a:rPr lang="es-ES" sz="1600" dirty="0"/>
              <a:t>En este aprendizaje se le presentan al algoritmo ejemplos sin una respuesta asociada, nuevamente. Sin embargo, a la respuesta que el algoritmo propone se le asigna una retroalimentación positiva o negativa, de acuerdo con el objetivo del programa. Este aprendizaje se emplea en aplicaciones en donde el algoritmo debe hacer decisiones, las cuales conllevan consecuencias.</a:t>
            </a:r>
            <a:endParaRPr lang="es-MX" sz="1600" dirty="0"/>
          </a:p>
        </p:txBody>
      </p:sp>
    </p:spTree>
    <p:extLst>
      <p:ext uri="{BB962C8B-B14F-4D97-AF65-F5344CB8AC3E}">
        <p14:creationId xmlns:p14="http://schemas.microsoft.com/office/powerpoint/2010/main" val="1659017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62DEBED6-1386-400C-B751-D1A3329BC6CA}"/>
              </a:ext>
            </a:extLst>
          </p:cNvPr>
          <p:cNvSpPr>
            <a:spLocks noGrp="1"/>
          </p:cNvSpPr>
          <p:nvPr>
            <p:ph type="title"/>
          </p:nvPr>
        </p:nvSpPr>
        <p:spPr/>
        <p:txBody>
          <a:bodyPr/>
          <a:lstStyle/>
          <a:p>
            <a:r>
              <a:rPr lang="es-MX" dirty="0"/>
              <a:t>Tipo de Respuesta</a:t>
            </a:r>
          </a:p>
        </p:txBody>
      </p:sp>
      <p:sp>
        <p:nvSpPr>
          <p:cNvPr id="11" name="Marcador de texto 10">
            <a:extLst>
              <a:ext uri="{FF2B5EF4-FFF2-40B4-BE49-F238E27FC236}">
                <a16:creationId xmlns:a16="http://schemas.microsoft.com/office/drawing/2014/main" id="{CB2118DC-31D5-45B8-A546-203C1493F4F1}"/>
              </a:ext>
            </a:extLst>
          </p:cNvPr>
          <p:cNvSpPr>
            <a:spLocks noGrp="1"/>
          </p:cNvSpPr>
          <p:nvPr>
            <p:ph type="body" idx="1"/>
          </p:nvPr>
        </p:nvSpPr>
        <p:spPr>
          <a:xfrm>
            <a:off x="1103313" y="4211476"/>
            <a:ext cx="4396338" cy="576262"/>
          </a:xfrm>
        </p:spPr>
        <p:txBody>
          <a:bodyPr/>
          <a:lstStyle/>
          <a:p>
            <a:r>
              <a:rPr lang="es-MX" dirty="0"/>
              <a:t>Clasificación</a:t>
            </a:r>
          </a:p>
        </p:txBody>
      </p:sp>
      <p:sp>
        <p:nvSpPr>
          <p:cNvPr id="12" name="Marcador de contenido 11">
            <a:extLst>
              <a:ext uri="{FF2B5EF4-FFF2-40B4-BE49-F238E27FC236}">
                <a16:creationId xmlns:a16="http://schemas.microsoft.com/office/drawing/2014/main" id="{AE749C23-7BC3-4266-BF7E-FB47E477DE61}"/>
              </a:ext>
            </a:extLst>
          </p:cNvPr>
          <p:cNvSpPr>
            <a:spLocks noGrp="1"/>
          </p:cNvSpPr>
          <p:nvPr>
            <p:ph sz="half" idx="2"/>
          </p:nvPr>
        </p:nvSpPr>
        <p:spPr>
          <a:xfrm>
            <a:off x="1103312" y="4821076"/>
            <a:ext cx="4396339" cy="1540565"/>
          </a:xfrm>
        </p:spPr>
        <p:txBody>
          <a:bodyPr/>
          <a:lstStyle/>
          <a:p>
            <a:pPr algn="just"/>
            <a:r>
              <a:rPr lang="es-ES" dirty="0"/>
              <a:t>Los algoritmos de clasificación intentan estimar la función de mapeo (f) a partir de variables de entrada (x) y tener variables de salida (y) discretas o categóricas</a:t>
            </a:r>
            <a:endParaRPr lang="es-MX" dirty="0"/>
          </a:p>
        </p:txBody>
      </p:sp>
      <p:sp>
        <p:nvSpPr>
          <p:cNvPr id="13" name="Marcador de texto 12">
            <a:extLst>
              <a:ext uri="{FF2B5EF4-FFF2-40B4-BE49-F238E27FC236}">
                <a16:creationId xmlns:a16="http://schemas.microsoft.com/office/drawing/2014/main" id="{7E9BF4B4-61A9-4DBF-86F3-A4C8B965AE3F}"/>
              </a:ext>
            </a:extLst>
          </p:cNvPr>
          <p:cNvSpPr>
            <a:spLocks noGrp="1"/>
          </p:cNvSpPr>
          <p:nvPr>
            <p:ph type="body" sz="quarter" idx="3"/>
          </p:nvPr>
        </p:nvSpPr>
        <p:spPr>
          <a:xfrm>
            <a:off x="5654495" y="4211476"/>
            <a:ext cx="4396339" cy="576262"/>
          </a:xfrm>
        </p:spPr>
        <p:txBody>
          <a:bodyPr/>
          <a:lstStyle/>
          <a:p>
            <a:r>
              <a:rPr lang="es-MX" dirty="0"/>
              <a:t>Regresión</a:t>
            </a:r>
          </a:p>
        </p:txBody>
      </p:sp>
      <p:sp>
        <p:nvSpPr>
          <p:cNvPr id="14" name="Marcador de contenido 13">
            <a:extLst>
              <a:ext uri="{FF2B5EF4-FFF2-40B4-BE49-F238E27FC236}">
                <a16:creationId xmlns:a16="http://schemas.microsoft.com/office/drawing/2014/main" id="{EF1E0E07-D92B-4F2A-B01C-CA82D9D4977C}"/>
              </a:ext>
            </a:extLst>
          </p:cNvPr>
          <p:cNvSpPr>
            <a:spLocks noGrp="1"/>
          </p:cNvSpPr>
          <p:nvPr>
            <p:ph sz="quarter" idx="4"/>
          </p:nvPr>
        </p:nvSpPr>
        <p:spPr>
          <a:xfrm>
            <a:off x="5654495" y="4821076"/>
            <a:ext cx="4396339" cy="1862139"/>
          </a:xfrm>
        </p:spPr>
        <p:txBody>
          <a:bodyPr/>
          <a:lstStyle/>
          <a:p>
            <a:pPr algn="just"/>
            <a:r>
              <a:rPr lang="es-ES" dirty="0"/>
              <a:t>Los algoritmos intentan estimar la función de mapeo (f) de una base de datos a partir de variables de entrada (x) y tener variables de salida (y) numéricas o continuas</a:t>
            </a:r>
          </a:p>
          <a:p>
            <a:endParaRPr lang="es-MX" dirty="0"/>
          </a:p>
        </p:txBody>
      </p:sp>
      <p:pic>
        <p:nvPicPr>
          <p:cNvPr id="3074" name="Picture 2">
            <a:extLst>
              <a:ext uri="{FF2B5EF4-FFF2-40B4-BE49-F238E27FC236}">
                <a16:creationId xmlns:a16="http://schemas.microsoft.com/office/drawing/2014/main" id="{42597B1F-E869-4667-86BB-13831D84E5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8903"/>
          <a:stretch/>
        </p:blipFill>
        <p:spPr bwMode="auto">
          <a:xfrm>
            <a:off x="1862090" y="1330336"/>
            <a:ext cx="2884106" cy="2826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46BDDB6A-153E-48F6-9A89-915021B93B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a:stretch/>
        </p:blipFill>
        <p:spPr bwMode="auto">
          <a:xfrm>
            <a:off x="6441568" y="1330336"/>
            <a:ext cx="2822192" cy="282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611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9A69D6-1538-4A6F-BEAE-18AC30C7FEED}"/>
              </a:ext>
            </a:extLst>
          </p:cNvPr>
          <p:cNvSpPr>
            <a:spLocks noGrp="1"/>
          </p:cNvSpPr>
          <p:nvPr>
            <p:ph type="title"/>
          </p:nvPr>
        </p:nvSpPr>
        <p:spPr/>
        <p:txBody>
          <a:bodyPr/>
          <a:lstStyle/>
          <a:p>
            <a:r>
              <a:rPr lang="es-MX" dirty="0"/>
              <a:t>Tipo de Actualización</a:t>
            </a:r>
          </a:p>
        </p:txBody>
      </p:sp>
      <p:sp>
        <p:nvSpPr>
          <p:cNvPr id="3" name="Marcador de texto 2">
            <a:extLst>
              <a:ext uri="{FF2B5EF4-FFF2-40B4-BE49-F238E27FC236}">
                <a16:creationId xmlns:a16="http://schemas.microsoft.com/office/drawing/2014/main" id="{2D9A2368-93FC-4CAF-87CE-99E65F4D761B}"/>
              </a:ext>
            </a:extLst>
          </p:cNvPr>
          <p:cNvSpPr>
            <a:spLocks noGrp="1"/>
          </p:cNvSpPr>
          <p:nvPr>
            <p:ph type="body" idx="1"/>
          </p:nvPr>
        </p:nvSpPr>
        <p:spPr/>
        <p:txBody>
          <a:bodyPr/>
          <a:lstStyle/>
          <a:p>
            <a:r>
              <a:rPr lang="es-MX" dirty="0"/>
              <a:t>Aprendizaje por Lote</a:t>
            </a:r>
          </a:p>
        </p:txBody>
      </p:sp>
      <p:sp>
        <p:nvSpPr>
          <p:cNvPr id="4" name="Marcador de contenido 3">
            <a:extLst>
              <a:ext uri="{FF2B5EF4-FFF2-40B4-BE49-F238E27FC236}">
                <a16:creationId xmlns:a16="http://schemas.microsoft.com/office/drawing/2014/main" id="{0704E838-A3F9-4A97-8668-3659D2217587}"/>
              </a:ext>
            </a:extLst>
          </p:cNvPr>
          <p:cNvSpPr>
            <a:spLocks noGrp="1"/>
          </p:cNvSpPr>
          <p:nvPr>
            <p:ph sz="half" idx="2"/>
          </p:nvPr>
        </p:nvSpPr>
        <p:spPr/>
        <p:txBody>
          <a:bodyPr/>
          <a:lstStyle/>
          <a:p>
            <a:pPr algn="just"/>
            <a:r>
              <a:rPr lang="es-ES" dirty="0"/>
              <a:t>El proceso se lleva de la siguiente forma, primero el sistema es entrenado, se evalúa y se lanza a trabajar sin la posibilidad de aprender nada más. Si se requiere que el algoritmo aprenda de más información, se necesita entrenar una nueva versión del sistema desde cero con la base de datos completa (no sólo los nuevos datos), detener el anterior sistema y reemplazarlo con el nuevo.</a:t>
            </a:r>
            <a:endParaRPr lang="es-MX" dirty="0"/>
          </a:p>
        </p:txBody>
      </p:sp>
      <p:sp>
        <p:nvSpPr>
          <p:cNvPr id="5" name="Marcador de texto 4">
            <a:extLst>
              <a:ext uri="{FF2B5EF4-FFF2-40B4-BE49-F238E27FC236}">
                <a16:creationId xmlns:a16="http://schemas.microsoft.com/office/drawing/2014/main" id="{0DD10250-2DEC-4126-8153-5BA2F36B641A}"/>
              </a:ext>
            </a:extLst>
          </p:cNvPr>
          <p:cNvSpPr>
            <a:spLocks noGrp="1"/>
          </p:cNvSpPr>
          <p:nvPr>
            <p:ph type="body" sz="quarter" idx="3"/>
          </p:nvPr>
        </p:nvSpPr>
        <p:spPr/>
        <p:txBody>
          <a:bodyPr/>
          <a:lstStyle/>
          <a:p>
            <a:r>
              <a:rPr lang="es-MX" dirty="0"/>
              <a:t>Aprendizaje en Línea</a:t>
            </a:r>
          </a:p>
        </p:txBody>
      </p:sp>
      <p:sp>
        <p:nvSpPr>
          <p:cNvPr id="6" name="Marcador de contenido 5">
            <a:extLst>
              <a:ext uri="{FF2B5EF4-FFF2-40B4-BE49-F238E27FC236}">
                <a16:creationId xmlns:a16="http://schemas.microsoft.com/office/drawing/2014/main" id="{79BDD0CB-7A33-44C3-8B39-F4BA701DBDAA}"/>
              </a:ext>
            </a:extLst>
          </p:cNvPr>
          <p:cNvSpPr>
            <a:spLocks noGrp="1"/>
          </p:cNvSpPr>
          <p:nvPr>
            <p:ph sz="quarter" idx="4"/>
          </p:nvPr>
        </p:nvSpPr>
        <p:spPr/>
        <p:txBody>
          <a:bodyPr/>
          <a:lstStyle/>
          <a:p>
            <a:pPr algn="just"/>
            <a:r>
              <a:rPr lang="es-ES" dirty="0"/>
              <a:t>En este aprendizaje el sistema se entrena de forma incremental alimentándolo secuencialmente con datos ejemplo, ya sean individualmente o en pequeños grupos. Cada paso de aprendizaje es rápido y barato, por lo que el sistema puede aprender de los nuevos datos tan pronto como se generan.</a:t>
            </a:r>
            <a:endParaRPr lang="es-MX" dirty="0"/>
          </a:p>
        </p:txBody>
      </p:sp>
    </p:spTree>
    <p:extLst>
      <p:ext uri="{BB962C8B-B14F-4D97-AF65-F5344CB8AC3E}">
        <p14:creationId xmlns:p14="http://schemas.microsoft.com/office/powerpoint/2010/main" val="4157219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8178D0-0ACA-4EA4-A137-8814CD1683AB}"/>
              </a:ext>
            </a:extLst>
          </p:cNvPr>
          <p:cNvSpPr>
            <a:spLocks noGrp="1"/>
          </p:cNvSpPr>
          <p:nvPr>
            <p:ph type="title"/>
          </p:nvPr>
        </p:nvSpPr>
        <p:spPr/>
        <p:txBody>
          <a:bodyPr/>
          <a:lstStyle/>
          <a:p>
            <a:r>
              <a:rPr lang="es-MX" dirty="0"/>
              <a:t>Tipo de Generalización</a:t>
            </a:r>
          </a:p>
        </p:txBody>
      </p:sp>
      <p:sp>
        <p:nvSpPr>
          <p:cNvPr id="3" name="Marcador de texto 2">
            <a:extLst>
              <a:ext uri="{FF2B5EF4-FFF2-40B4-BE49-F238E27FC236}">
                <a16:creationId xmlns:a16="http://schemas.microsoft.com/office/drawing/2014/main" id="{51FEF7FA-752D-4E2C-A656-18838426B2B7}"/>
              </a:ext>
            </a:extLst>
          </p:cNvPr>
          <p:cNvSpPr>
            <a:spLocks noGrp="1"/>
          </p:cNvSpPr>
          <p:nvPr>
            <p:ph type="body" idx="1"/>
          </p:nvPr>
        </p:nvSpPr>
        <p:spPr>
          <a:xfrm>
            <a:off x="1103313" y="4237384"/>
            <a:ext cx="4396338" cy="576262"/>
          </a:xfrm>
        </p:spPr>
        <p:txBody>
          <a:bodyPr/>
          <a:lstStyle/>
          <a:p>
            <a:r>
              <a:rPr lang="es-MX" dirty="0"/>
              <a:t>Basado en Ejemplos</a:t>
            </a:r>
          </a:p>
        </p:txBody>
      </p:sp>
      <p:sp>
        <p:nvSpPr>
          <p:cNvPr id="4" name="Marcador de contenido 3">
            <a:extLst>
              <a:ext uri="{FF2B5EF4-FFF2-40B4-BE49-F238E27FC236}">
                <a16:creationId xmlns:a16="http://schemas.microsoft.com/office/drawing/2014/main" id="{347B38BA-860E-4B5A-BC91-762450684A47}"/>
              </a:ext>
            </a:extLst>
          </p:cNvPr>
          <p:cNvSpPr>
            <a:spLocks noGrp="1"/>
          </p:cNvSpPr>
          <p:nvPr>
            <p:ph sz="half" idx="2"/>
          </p:nvPr>
        </p:nvSpPr>
        <p:spPr>
          <a:xfrm>
            <a:off x="1103312" y="4846984"/>
            <a:ext cx="4396339" cy="1036983"/>
          </a:xfrm>
        </p:spPr>
        <p:txBody>
          <a:bodyPr/>
          <a:lstStyle/>
          <a:p>
            <a:pPr algn="just"/>
            <a:r>
              <a:rPr lang="es-ES" dirty="0"/>
              <a:t>En este aprendizaje el sistema generaliza a partir de una medida de similitud.</a:t>
            </a:r>
            <a:endParaRPr lang="es-MX" dirty="0"/>
          </a:p>
        </p:txBody>
      </p:sp>
      <p:sp>
        <p:nvSpPr>
          <p:cNvPr id="5" name="Marcador de texto 4">
            <a:extLst>
              <a:ext uri="{FF2B5EF4-FFF2-40B4-BE49-F238E27FC236}">
                <a16:creationId xmlns:a16="http://schemas.microsoft.com/office/drawing/2014/main" id="{E2073B74-1298-4F5A-A2AE-2A700F0DE8EB}"/>
              </a:ext>
            </a:extLst>
          </p:cNvPr>
          <p:cNvSpPr>
            <a:spLocks noGrp="1"/>
          </p:cNvSpPr>
          <p:nvPr>
            <p:ph type="body" sz="quarter" idx="3"/>
          </p:nvPr>
        </p:nvSpPr>
        <p:spPr>
          <a:xfrm>
            <a:off x="5654495" y="4237384"/>
            <a:ext cx="4396339" cy="576262"/>
          </a:xfrm>
        </p:spPr>
        <p:txBody>
          <a:bodyPr/>
          <a:lstStyle/>
          <a:p>
            <a:r>
              <a:rPr lang="es-MX" dirty="0"/>
              <a:t>Basados en Modelos</a:t>
            </a:r>
          </a:p>
        </p:txBody>
      </p:sp>
      <p:sp>
        <p:nvSpPr>
          <p:cNvPr id="6" name="Marcador de contenido 5">
            <a:extLst>
              <a:ext uri="{FF2B5EF4-FFF2-40B4-BE49-F238E27FC236}">
                <a16:creationId xmlns:a16="http://schemas.microsoft.com/office/drawing/2014/main" id="{4B82F9ED-C7BA-4F79-A014-FD35418B08F2}"/>
              </a:ext>
            </a:extLst>
          </p:cNvPr>
          <p:cNvSpPr>
            <a:spLocks noGrp="1"/>
          </p:cNvSpPr>
          <p:nvPr>
            <p:ph sz="quarter" idx="4"/>
          </p:nvPr>
        </p:nvSpPr>
        <p:spPr>
          <a:xfrm>
            <a:off x="5654495" y="4846984"/>
            <a:ext cx="4396339" cy="1514061"/>
          </a:xfrm>
        </p:spPr>
        <p:txBody>
          <a:bodyPr/>
          <a:lstStyle/>
          <a:p>
            <a:pPr algn="just"/>
            <a:r>
              <a:rPr lang="es-ES" dirty="0"/>
              <a:t>En este aprendizaje se crea un modelo matemático a partir de ejemplos con el objetivo de hacer predicciones con éste posteriormente.</a:t>
            </a:r>
            <a:endParaRPr lang="es-MX" dirty="0"/>
          </a:p>
        </p:txBody>
      </p:sp>
      <p:pic>
        <p:nvPicPr>
          <p:cNvPr id="9" name="Imagen 8">
            <a:extLst>
              <a:ext uri="{FF2B5EF4-FFF2-40B4-BE49-F238E27FC236}">
                <a16:creationId xmlns:a16="http://schemas.microsoft.com/office/drawing/2014/main" id="{51F7EA92-E5DE-4F33-AC75-613A4641AA3C}"/>
              </a:ext>
            </a:extLst>
          </p:cNvPr>
          <p:cNvPicPr>
            <a:picLocks noChangeAspect="1"/>
          </p:cNvPicPr>
          <p:nvPr/>
        </p:nvPicPr>
        <p:blipFill rotWithShape="1">
          <a:blip r:embed="rId2"/>
          <a:srcRect l="1830"/>
          <a:stretch/>
        </p:blipFill>
        <p:spPr>
          <a:xfrm>
            <a:off x="1109631" y="1734388"/>
            <a:ext cx="4390020" cy="2232000"/>
          </a:xfrm>
          <a:prstGeom prst="rect">
            <a:avLst/>
          </a:prstGeom>
        </p:spPr>
      </p:pic>
      <p:pic>
        <p:nvPicPr>
          <p:cNvPr id="10" name="Imagen 9">
            <a:extLst>
              <a:ext uri="{FF2B5EF4-FFF2-40B4-BE49-F238E27FC236}">
                <a16:creationId xmlns:a16="http://schemas.microsoft.com/office/drawing/2014/main" id="{D5BE314B-B38D-4CF5-AA9A-67F71E87DEF8}"/>
              </a:ext>
            </a:extLst>
          </p:cNvPr>
          <p:cNvPicPr>
            <a:picLocks noChangeAspect="1"/>
          </p:cNvPicPr>
          <p:nvPr/>
        </p:nvPicPr>
        <p:blipFill>
          <a:blip r:embed="rId3"/>
          <a:stretch>
            <a:fillRect/>
          </a:stretch>
        </p:blipFill>
        <p:spPr>
          <a:xfrm>
            <a:off x="5730834" y="1734388"/>
            <a:ext cx="4325463" cy="2232000"/>
          </a:xfrm>
          <a:prstGeom prst="rect">
            <a:avLst/>
          </a:prstGeom>
        </p:spPr>
      </p:pic>
    </p:spTree>
    <p:extLst>
      <p:ext uri="{BB962C8B-B14F-4D97-AF65-F5344CB8AC3E}">
        <p14:creationId xmlns:p14="http://schemas.microsoft.com/office/powerpoint/2010/main" val="1186976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9B1B7B-A53F-48DB-8C29-1C785ABF59C7}"/>
              </a:ext>
            </a:extLst>
          </p:cNvPr>
          <p:cNvSpPr>
            <a:spLocks noGrp="1"/>
          </p:cNvSpPr>
          <p:nvPr>
            <p:ph type="title"/>
          </p:nvPr>
        </p:nvSpPr>
        <p:spPr>
          <a:xfrm>
            <a:off x="648930" y="629266"/>
            <a:ext cx="6188190" cy="1622321"/>
          </a:xfrm>
        </p:spPr>
        <p:txBody>
          <a:bodyPr>
            <a:normAutofit/>
          </a:bodyPr>
          <a:lstStyle/>
          <a:p>
            <a:r>
              <a:rPr lang="es-MX">
                <a:solidFill>
                  <a:srgbClr val="EBEBEB"/>
                </a:solidFill>
              </a:rPr>
              <a:t>¿Qué es la Generalización?</a:t>
            </a:r>
          </a:p>
        </p:txBody>
      </p:sp>
      <p:sp>
        <p:nvSpPr>
          <p:cNvPr id="3" name="Marcador de contenido 2">
            <a:extLst>
              <a:ext uri="{FF2B5EF4-FFF2-40B4-BE49-F238E27FC236}">
                <a16:creationId xmlns:a16="http://schemas.microsoft.com/office/drawing/2014/main" id="{B9D7BE2E-022D-4177-9172-B5818F8F765C}"/>
              </a:ext>
            </a:extLst>
          </p:cNvPr>
          <p:cNvSpPr>
            <a:spLocks noGrp="1"/>
          </p:cNvSpPr>
          <p:nvPr>
            <p:ph idx="1"/>
          </p:nvPr>
        </p:nvSpPr>
        <p:spPr>
          <a:xfrm>
            <a:off x="648930" y="3127717"/>
            <a:ext cx="6188189" cy="1416148"/>
          </a:xfrm>
        </p:spPr>
        <p:txBody>
          <a:bodyPr>
            <a:normAutofit/>
          </a:bodyPr>
          <a:lstStyle/>
          <a:p>
            <a:pPr marL="0" indent="0">
              <a:buNone/>
            </a:pPr>
            <a:r>
              <a:rPr lang="es-MX" dirty="0">
                <a:solidFill>
                  <a:srgbClr val="FFFFFF"/>
                </a:solidFill>
              </a:rPr>
              <a:t>La capacidad del algoritmo para adaptarse de manera adecuada a datos nuevos nunca antes vistos, obtenidos de la misma distribución que aquellos utilizados para crear el modelo.</a:t>
            </a:r>
          </a:p>
        </p:txBody>
      </p:sp>
      <p:sp>
        <p:nvSpPr>
          <p:cNvPr id="7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4098" name="Picture 2">
            <a:extLst>
              <a:ext uri="{FF2B5EF4-FFF2-40B4-BE49-F238E27FC236}">
                <a16:creationId xmlns:a16="http://schemas.microsoft.com/office/drawing/2014/main" id="{D38CC370-D79F-4C7E-A642-2E636E3FB9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505"/>
          <a:stretch/>
        </p:blipFill>
        <p:spPr bwMode="auto">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768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5541CD5-D7AC-4686-8783-CF5D1D4FC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
            <a:ext cx="12191695" cy="685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16">
            <a:extLst>
              <a:ext uri="{FF2B5EF4-FFF2-40B4-BE49-F238E27FC236}">
                <a16:creationId xmlns:a16="http://schemas.microsoft.com/office/drawing/2014/main" id="{0420923D-0C6E-4656-9A01-EE9FB6345E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87058"/>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
        <p:nvSpPr>
          <p:cNvPr id="31" name="Freeform 5">
            <a:extLst>
              <a:ext uri="{FF2B5EF4-FFF2-40B4-BE49-F238E27FC236}">
                <a16:creationId xmlns:a16="http://schemas.microsoft.com/office/drawing/2014/main" id="{904D0A95-DEAA-4B8D-A340-BEC3A5DBC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305" y="4065581"/>
            <a:ext cx="12191695" cy="2802467"/>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ln>
            <a:noFill/>
          </a:ln>
        </p:spPr>
        <p:style>
          <a:lnRef idx="0">
            <a:scrgbClr r="0" g="0" b="0"/>
          </a:lnRef>
          <a:fillRef idx="1003">
            <a:schemeClr val="dk2"/>
          </a:fillRef>
          <a:effectRef idx="0">
            <a:scrgbClr r="0" g="0" b="0"/>
          </a:effectRef>
          <a:fontRef idx="major"/>
        </p:style>
      </p:sp>
      <p:sp>
        <p:nvSpPr>
          <p:cNvPr id="2" name="Título 1">
            <a:extLst>
              <a:ext uri="{FF2B5EF4-FFF2-40B4-BE49-F238E27FC236}">
                <a16:creationId xmlns:a16="http://schemas.microsoft.com/office/drawing/2014/main" id="{EEE19F47-0D75-4285-B689-CA28E2C71C95}"/>
              </a:ext>
            </a:extLst>
          </p:cNvPr>
          <p:cNvSpPr>
            <a:spLocks noGrp="1"/>
          </p:cNvSpPr>
          <p:nvPr>
            <p:ph type="title"/>
          </p:nvPr>
        </p:nvSpPr>
        <p:spPr>
          <a:xfrm>
            <a:off x="611853" y="4885339"/>
            <a:ext cx="10968294" cy="1237087"/>
          </a:xfrm>
        </p:spPr>
        <p:txBody>
          <a:bodyPr>
            <a:normAutofit/>
          </a:bodyPr>
          <a:lstStyle/>
          <a:p>
            <a:r>
              <a:rPr lang="es-MX">
                <a:solidFill>
                  <a:srgbClr val="EBEBEB"/>
                </a:solidFill>
              </a:rPr>
              <a:t>Retos en ML: Datos</a:t>
            </a:r>
          </a:p>
        </p:txBody>
      </p:sp>
      <p:graphicFrame>
        <p:nvGraphicFramePr>
          <p:cNvPr id="22" name="Marcador de contenido 2">
            <a:extLst>
              <a:ext uri="{FF2B5EF4-FFF2-40B4-BE49-F238E27FC236}">
                <a16:creationId xmlns:a16="http://schemas.microsoft.com/office/drawing/2014/main" id="{E761F1BF-5601-4713-A61A-451E52E57BA5}"/>
              </a:ext>
            </a:extLst>
          </p:cNvPr>
          <p:cNvGraphicFramePr>
            <a:graphicFrameLocks noGrp="1"/>
          </p:cNvGraphicFramePr>
          <p:nvPr>
            <p:ph idx="1"/>
            <p:extLst>
              <p:ext uri="{D42A27DB-BD31-4B8C-83A1-F6EECF244321}">
                <p14:modId xmlns:p14="http://schemas.microsoft.com/office/powerpoint/2010/main" val="1625185218"/>
              </p:ext>
            </p:extLst>
          </p:nvPr>
        </p:nvGraphicFramePr>
        <p:xfrm>
          <a:off x="646113" y="593387"/>
          <a:ext cx="10901362" cy="3383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442538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3"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ítulo 1">
            <a:extLst>
              <a:ext uri="{FF2B5EF4-FFF2-40B4-BE49-F238E27FC236}">
                <a16:creationId xmlns:a16="http://schemas.microsoft.com/office/drawing/2014/main" id="{3E8A9C66-06C7-435A-B65A-4505EEFCA4EC}"/>
              </a:ext>
            </a:extLst>
          </p:cNvPr>
          <p:cNvSpPr>
            <a:spLocks noGrp="1"/>
          </p:cNvSpPr>
          <p:nvPr>
            <p:ph type="title"/>
          </p:nvPr>
        </p:nvSpPr>
        <p:spPr>
          <a:xfrm>
            <a:off x="648930" y="629267"/>
            <a:ext cx="9252154" cy="1016654"/>
          </a:xfrm>
        </p:spPr>
        <p:txBody>
          <a:bodyPr>
            <a:normAutofit/>
          </a:bodyPr>
          <a:lstStyle/>
          <a:p>
            <a:r>
              <a:rPr lang="es-MX">
                <a:solidFill>
                  <a:srgbClr val="EBEBEB"/>
                </a:solidFill>
              </a:rPr>
              <a:t>Insuficiencia de Datos</a:t>
            </a:r>
          </a:p>
        </p:txBody>
      </p:sp>
      <p:sp useBgFill="1">
        <p:nvSpPr>
          <p:cNvPr id="15" name="Freeform: Shape 14">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3" name="Marcador de contenido 2">
            <a:extLst>
              <a:ext uri="{FF2B5EF4-FFF2-40B4-BE49-F238E27FC236}">
                <a16:creationId xmlns:a16="http://schemas.microsoft.com/office/drawing/2014/main" id="{C5CD743F-5F7F-4D54-B67E-347FB6C2EA3F}"/>
              </a:ext>
            </a:extLst>
          </p:cNvPr>
          <p:cNvSpPr>
            <a:spLocks noGrp="1"/>
          </p:cNvSpPr>
          <p:nvPr>
            <p:ph idx="1"/>
          </p:nvPr>
        </p:nvSpPr>
        <p:spPr>
          <a:xfrm>
            <a:off x="0" y="2840040"/>
            <a:ext cx="6096000" cy="3370259"/>
          </a:xfrm>
        </p:spPr>
        <p:txBody>
          <a:bodyPr>
            <a:normAutofit/>
          </a:bodyPr>
          <a:lstStyle/>
          <a:p>
            <a:pPr algn="just">
              <a:lnSpc>
                <a:spcPct val="90000"/>
              </a:lnSpc>
            </a:pPr>
            <a:r>
              <a:rPr lang="es-ES" sz="1700" dirty="0"/>
              <a:t>El primer problema con el que se puede encontrar es una cantidad insuficiente de datos de entrenamiento. Para la mayor parte de los algoritmos de ML es necesaria una gran cantidad de datos si se desea que funcione apropiadamente.</a:t>
            </a:r>
          </a:p>
          <a:p>
            <a:pPr algn="just">
              <a:lnSpc>
                <a:spcPct val="90000"/>
              </a:lnSpc>
            </a:pPr>
            <a:endParaRPr lang="es-ES" sz="1700" dirty="0"/>
          </a:p>
          <a:p>
            <a:pPr algn="just">
              <a:lnSpc>
                <a:spcPct val="90000"/>
              </a:lnSpc>
            </a:pPr>
            <a:r>
              <a:rPr lang="es-ES" sz="1700" dirty="0"/>
              <a:t>Aun para resolver problemas muy simples, generalmente, se necesitan miles de ejemplos, y para problemas complejos (como reconocimiento de imágenes o voz) se pueden necesitar de millones de ejemplos (a menos de que se pueda reusar partes de un modelo ya existente).</a:t>
            </a:r>
            <a:endParaRPr lang="es-MX" sz="1700" dirty="0"/>
          </a:p>
        </p:txBody>
      </p:sp>
      <p:pic>
        <p:nvPicPr>
          <p:cNvPr id="4" name="Imagen 3">
            <a:extLst>
              <a:ext uri="{FF2B5EF4-FFF2-40B4-BE49-F238E27FC236}">
                <a16:creationId xmlns:a16="http://schemas.microsoft.com/office/drawing/2014/main" id="{1F3FD804-7B2D-4C31-A2D7-6F970925975E}"/>
              </a:ext>
            </a:extLst>
          </p:cNvPr>
          <p:cNvPicPr>
            <a:picLocks noChangeAspect="1"/>
          </p:cNvPicPr>
          <p:nvPr/>
        </p:nvPicPr>
        <p:blipFill>
          <a:blip r:embed="rId2"/>
          <a:stretch>
            <a:fillRect/>
          </a:stretch>
        </p:blipFill>
        <p:spPr>
          <a:xfrm>
            <a:off x="7306226" y="2587999"/>
            <a:ext cx="4024381" cy="3833223"/>
          </a:xfrm>
          <a:prstGeom prst="rect">
            <a:avLst/>
          </a:prstGeom>
          <a:effectLst/>
        </p:spPr>
      </p:pic>
    </p:spTree>
    <p:extLst>
      <p:ext uri="{BB962C8B-B14F-4D97-AF65-F5344CB8AC3E}">
        <p14:creationId xmlns:p14="http://schemas.microsoft.com/office/powerpoint/2010/main" val="299758243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D1BC3C-8560-478D-AA34-7D96B024C93E}"/>
              </a:ext>
            </a:extLst>
          </p:cNvPr>
          <p:cNvSpPr>
            <a:spLocks noGrp="1"/>
          </p:cNvSpPr>
          <p:nvPr>
            <p:ph type="title"/>
          </p:nvPr>
        </p:nvSpPr>
        <p:spPr/>
        <p:txBody>
          <a:bodyPr/>
          <a:lstStyle/>
          <a:p>
            <a:r>
              <a:rPr lang="es-MX"/>
              <a:t>Datos no Representativos</a:t>
            </a:r>
            <a:endParaRPr lang="es-MX" dirty="0"/>
          </a:p>
        </p:txBody>
      </p:sp>
      <p:sp>
        <p:nvSpPr>
          <p:cNvPr id="3" name="Marcador de contenido 2">
            <a:extLst>
              <a:ext uri="{FF2B5EF4-FFF2-40B4-BE49-F238E27FC236}">
                <a16:creationId xmlns:a16="http://schemas.microsoft.com/office/drawing/2014/main" id="{3FCCC394-57DF-4795-8416-74A8ACD4E365}"/>
              </a:ext>
            </a:extLst>
          </p:cNvPr>
          <p:cNvSpPr>
            <a:spLocks noGrp="1"/>
          </p:cNvSpPr>
          <p:nvPr>
            <p:ph idx="1"/>
          </p:nvPr>
        </p:nvSpPr>
        <p:spPr>
          <a:xfrm>
            <a:off x="1103312" y="4233411"/>
            <a:ext cx="8946541" cy="1984510"/>
          </a:xfrm>
        </p:spPr>
        <p:txBody>
          <a:bodyPr/>
          <a:lstStyle/>
          <a:p>
            <a:pPr marL="0" indent="0" algn="just">
              <a:buNone/>
            </a:pPr>
            <a:r>
              <a:rPr lang="es-ES" dirty="0"/>
              <a:t>Con el fin de hacer una buena generalización, es crucial que los datos de entrenamiento sean representativos de los nuevos casos para los que se quiere generalizar. Esto resulta muy difícil de apreciar. En bases de datos pequeñas los datos no representativos suelen tener un efecto alto, pero aún en las bases grandes puede existir un sesgo si el método de muestreo tiene fallas.</a:t>
            </a:r>
            <a:endParaRPr lang="es-MX" dirty="0"/>
          </a:p>
          <a:p>
            <a:pPr marL="0" indent="0">
              <a:buNone/>
            </a:pPr>
            <a:endParaRPr lang="es-MX" dirty="0"/>
          </a:p>
        </p:txBody>
      </p:sp>
      <p:pic>
        <p:nvPicPr>
          <p:cNvPr id="4" name="Imagen 3">
            <a:extLst>
              <a:ext uri="{FF2B5EF4-FFF2-40B4-BE49-F238E27FC236}">
                <a16:creationId xmlns:a16="http://schemas.microsoft.com/office/drawing/2014/main" id="{53C974E8-6DE3-40E2-82A9-625D55E9DC2E}"/>
              </a:ext>
            </a:extLst>
          </p:cNvPr>
          <p:cNvPicPr>
            <a:picLocks noChangeAspect="1"/>
          </p:cNvPicPr>
          <p:nvPr/>
        </p:nvPicPr>
        <p:blipFill>
          <a:blip r:embed="rId2"/>
          <a:stretch>
            <a:fillRect/>
          </a:stretch>
        </p:blipFill>
        <p:spPr>
          <a:xfrm>
            <a:off x="2227904" y="1415509"/>
            <a:ext cx="6697356" cy="2418160"/>
          </a:xfrm>
          <a:prstGeom prst="rect">
            <a:avLst/>
          </a:prstGeom>
        </p:spPr>
      </p:pic>
    </p:spTree>
    <p:extLst>
      <p:ext uri="{BB962C8B-B14F-4D97-AF65-F5344CB8AC3E}">
        <p14:creationId xmlns:p14="http://schemas.microsoft.com/office/powerpoint/2010/main" val="1608405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6A427-8145-4EDA-8942-6274686FE784}"/>
              </a:ext>
            </a:extLst>
          </p:cNvPr>
          <p:cNvSpPr>
            <a:spLocks noGrp="1"/>
          </p:cNvSpPr>
          <p:nvPr>
            <p:ph type="title"/>
          </p:nvPr>
        </p:nvSpPr>
        <p:spPr>
          <a:xfrm>
            <a:off x="646111" y="452718"/>
            <a:ext cx="9404723" cy="1400530"/>
          </a:xfrm>
        </p:spPr>
        <p:txBody>
          <a:bodyPr>
            <a:normAutofit/>
          </a:bodyPr>
          <a:lstStyle/>
          <a:p>
            <a:r>
              <a:rPr lang="es-MX"/>
              <a:t>Características del Buen Dato</a:t>
            </a:r>
            <a:endParaRPr lang="es-MX" dirty="0"/>
          </a:p>
        </p:txBody>
      </p:sp>
      <p:graphicFrame>
        <p:nvGraphicFramePr>
          <p:cNvPr id="5" name="Marcador de contenido 2">
            <a:extLst>
              <a:ext uri="{FF2B5EF4-FFF2-40B4-BE49-F238E27FC236}">
                <a16:creationId xmlns:a16="http://schemas.microsoft.com/office/drawing/2014/main" id="{B55F97A6-507F-4945-8C4B-BDA4F7C43037}"/>
              </a:ext>
            </a:extLst>
          </p:cNvPr>
          <p:cNvGraphicFramePr>
            <a:graphicFrameLocks noGrp="1"/>
          </p:cNvGraphicFramePr>
          <p:nvPr>
            <p:ph idx="1"/>
            <p:extLst>
              <p:ext uri="{D42A27DB-BD31-4B8C-83A1-F6EECF244321}">
                <p14:modId xmlns:p14="http://schemas.microsoft.com/office/powerpoint/2010/main" val="3675361555"/>
              </p:ext>
            </p:extLst>
          </p:nvPr>
        </p:nvGraphicFramePr>
        <p:xfrm>
          <a:off x="2950191" y="1016506"/>
          <a:ext cx="6291618" cy="5943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11597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9ED29-B86F-40EE-86D6-4505BC7D5714}"/>
              </a:ext>
            </a:extLst>
          </p:cNvPr>
          <p:cNvSpPr>
            <a:spLocks noGrp="1"/>
          </p:cNvSpPr>
          <p:nvPr>
            <p:ph type="title"/>
          </p:nvPr>
        </p:nvSpPr>
        <p:spPr/>
        <p:txBody>
          <a:bodyPr/>
          <a:lstStyle/>
          <a:p>
            <a:r>
              <a:rPr lang="es-MX" dirty="0"/>
              <a:t>Variables Irrelevantes</a:t>
            </a:r>
          </a:p>
        </p:txBody>
      </p:sp>
      <p:sp>
        <p:nvSpPr>
          <p:cNvPr id="3" name="Marcador de contenido 2">
            <a:extLst>
              <a:ext uri="{FF2B5EF4-FFF2-40B4-BE49-F238E27FC236}">
                <a16:creationId xmlns:a16="http://schemas.microsoft.com/office/drawing/2014/main" id="{4BFBECFF-6E2A-4981-A4AB-FCBA07DA1D4E}"/>
              </a:ext>
            </a:extLst>
          </p:cNvPr>
          <p:cNvSpPr>
            <a:spLocks noGrp="1"/>
          </p:cNvSpPr>
          <p:nvPr>
            <p:ph idx="1"/>
          </p:nvPr>
        </p:nvSpPr>
        <p:spPr/>
        <p:txBody>
          <a:bodyPr/>
          <a:lstStyle/>
          <a:p>
            <a:pPr marL="0" indent="0" algn="just">
              <a:buNone/>
            </a:pPr>
            <a:r>
              <a:rPr lang="es-ES" dirty="0"/>
              <a:t>El sistema sólo es capaz de aprender si se tienen suficientes características relevantes y pocas o ninguna irrelevantes.</a:t>
            </a:r>
          </a:p>
          <a:p>
            <a:pPr marL="0" indent="0" algn="just">
              <a:buNone/>
            </a:pPr>
            <a:endParaRPr lang="es-ES" dirty="0"/>
          </a:p>
          <a:p>
            <a:pPr algn="just"/>
            <a:r>
              <a:rPr lang="es-ES" dirty="0"/>
              <a:t>Seleccionar características: Elegir las mejores y más útiles características para entrenar.</a:t>
            </a:r>
          </a:p>
          <a:p>
            <a:pPr algn="just"/>
            <a:r>
              <a:rPr lang="es-ES" dirty="0"/>
              <a:t>Extraer características: Combinar características existentes para producir una más útil.</a:t>
            </a:r>
            <a:endParaRPr lang="es-MX" dirty="0"/>
          </a:p>
          <a:p>
            <a:pPr algn="just"/>
            <a:r>
              <a:rPr lang="es-ES" dirty="0"/>
              <a:t>Crear nuevas características con la búsqueda de nuevos datos.</a:t>
            </a:r>
            <a:endParaRPr lang="es-MX" dirty="0"/>
          </a:p>
          <a:p>
            <a:pPr algn="just"/>
            <a:endParaRPr lang="es-MX" dirty="0"/>
          </a:p>
        </p:txBody>
      </p:sp>
    </p:spTree>
    <p:extLst>
      <p:ext uri="{BB962C8B-B14F-4D97-AF65-F5344CB8AC3E}">
        <p14:creationId xmlns:p14="http://schemas.microsoft.com/office/powerpoint/2010/main" val="1264480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FEB696-A948-4DDC-9FB9-2ED729BE7E6A}"/>
              </a:ext>
            </a:extLst>
          </p:cNvPr>
          <p:cNvSpPr>
            <a:spLocks noGrp="1"/>
          </p:cNvSpPr>
          <p:nvPr>
            <p:ph type="title"/>
          </p:nvPr>
        </p:nvSpPr>
        <p:spPr>
          <a:xfrm>
            <a:off x="646111" y="452718"/>
            <a:ext cx="9404723" cy="779734"/>
          </a:xfrm>
        </p:spPr>
        <p:txBody>
          <a:bodyPr/>
          <a:lstStyle/>
          <a:p>
            <a:r>
              <a:rPr lang="es-MX" dirty="0">
                <a:solidFill>
                  <a:srgbClr val="EBEBEB"/>
                </a:solidFill>
              </a:rPr>
              <a:t>Retos en ML: Modelo</a:t>
            </a:r>
            <a:endParaRPr lang="es-MX" dirty="0"/>
          </a:p>
        </p:txBody>
      </p:sp>
      <p:sp>
        <p:nvSpPr>
          <p:cNvPr id="4" name="Marcador de texto 3">
            <a:extLst>
              <a:ext uri="{FF2B5EF4-FFF2-40B4-BE49-F238E27FC236}">
                <a16:creationId xmlns:a16="http://schemas.microsoft.com/office/drawing/2014/main" id="{133EF9D0-B1B5-4DC2-9088-953282E20749}"/>
              </a:ext>
            </a:extLst>
          </p:cNvPr>
          <p:cNvSpPr>
            <a:spLocks noGrp="1"/>
          </p:cNvSpPr>
          <p:nvPr>
            <p:ph type="body" idx="1"/>
          </p:nvPr>
        </p:nvSpPr>
        <p:spPr>
          <a:xfrm>
            <a:off x="1103313" y="4780718"/>
            <a:ext cx="4396338" cy="576262"/>
          </a:xfrm>
        </p:spPr>
        <p:txBody>
          <a:bodyPr/>
          <a:lstStyle/>
          <a:p>
            <a:r>
              <a:rPr lang="es-MX" dirty="0"/>
              <a:t>Overfitting</a:t>
            </a:r>
          </a:p>
        </p:txBody>
      </p:sp>
      <p:sp>
        <p:nvSpPr>
          <p:cNvPr id="5" name="Marcador de contenido 4">
            <a:extLst>
              <a:ext uri="{FF2B5EF4-FFF2-40B4-BE49-F238E27FC236}">
                <a16:creationId xmlns:a16="http://schemas.microsoft.com/office/drawing/2014/main" id="{82138D3C-44A4-4727-9D68-1F9C2AD9BAE8}"/>
              </a:ext>
            </a:extLst>
          </p:cNvPr>
          <p:cNvSpPr>
            <a:spLocks noGrp="1"/>
          </p:cNvSpPr>
          <p:nvPr>
            <p:ph sz="half" idx="2"/>
          </p:nvPr>
        </p:nvSpPr>
        <p:spPr>
          <a:xfrm>
            <a:off x="1103312" y="5390318"/>
            <a:ext cx="4396339" cy="1196009"/>
          </a:xfrm>
        </p:spPr>
        <p:txBody>
          <a:bodyPr>
            <a:normAutofit/>
          </a:bodyPr>
          <a:lstStyle/>
          <a:p>
            <a:pPr algn="just"/>
            <a:r>
              <a:rPr lang="es-ES" dirty="0"/>
              <a:t>El modelo es demasiado complejo comparado con el tamaño y el ruido de los datos de entrenamiento.</a:t>
            </a:r>
            <a:endParaRPr lang="es-MX" dirty="0"/>
          </a:p>
        </p:txBody>
      </p:sp>
      <p:sp>
        <p:nvSpPr>
          <p:cNvPr id="6" name="Marcador de texto 5">
            <a:extLst>
              <a:ext uri="{FF2B5EF4-FFF2-40B4-BE49-F238E27FC236}">
                <a16:creationId xmlns:a16="http://schemas.microsoft.com/office/drawing/2014/main" id="{FDC99783-72C6-4FEE-8C06-1BAABA5B700F}"/>
              </a:ext>
            </a:extLst>
          </p:cNvPr>
          <p:cNvSpPr>
            <a:spLocks noGrp="1"/>
          </p:cNvSpPr>
          <p:nvPr>
            <p:ph type="body" sz="quarter" idx="3"/>
          </p:nvPr>
        </p:nvSpPr>
        <p:spPr>
          <a:xfrm>
            <a:off x="5654495" y="4780718"/>
            <a:ext cx="4396339" cy="576262"/>
          </a:xfrm>
        </p:spPr>
        <p:txBody>
          <a:bodyPr/>
          <a:lstStyle/>
          <a:p>
            <a:r>
              <a:rPr lang="es-MX" dirty="0"/>
              <a:t>Underfitting</a:t>
            </a:r>
          </a:p>
        </p:txBody>
      </p:sp>
      <p:sp>
        <p:nvSpPr>
          <p:cNvPr id="7" name="Marcador de contenido 6">
            <a:extLst>
              <a:ext uri="{FF2B5EF4-FFF2-40B4-BE49-F238E27FC236}">
                <a16:creationId xmlns:a16="http://schemas.microsoft.com/office/drawing/2014/main" id="{2D21755C-B69B-489F-BB36-C2E3A0A15DE6}"/>
              </a:ext>
            </a:extLst>
          </p:cNvPr>
          <p:cNvSpPr>
            <a:spLocks noGrp="1"/>
          </p:cNvSpPr>
          <p:nvPr>
            <p:ph sz="quarter" idx="4"/>
          </p:nvPr>
        </p:nvSpPr>
        <p:spPr>
          <a:xfrm>
            <a:off x="5654495" y="5390318"/>
            <a:ext cx="4396339" cy="1050235"/>
          </a:xfrm>
        </p:spPr>
        <p:txBody>
          <a:bodyPr/>
          <a:lstStyle/>
          <a:p>
            <a:r>
              <a:rPr lang="es-ES" dirty="0"/>
              <a:t>El modelo es demasiado simple para aprender la estructura subyacente de los datos.</a:t>
            </a:r>
            <a:endParaRPr lang="es-MX" dirty="0"/>
          </a:p>
        </p:txBody>
      </p:sp>
      <p:sp>
        <p:nvSpPr>
          <p:cNvPr id="8" name="CuadroTexto 7">
            <a:extLst>
              <a:ext uri="{FF2B5EF4-FFF2-40B4-BE49-F238E27FC236}">
                <a16:creationId xmlns:a16="http://schemas.microsoft.com/office/drawing/2014/main" id="{97C7E027-C875-48BD-828F-4B6BAB4EEBD8}"/>
              </a:ext>
            </a:extLst>
          </p:cNvPr>
          <p:cNvSpPr txBox="1"/>
          <p:nvPr/>
        </p:nvSpPr>
        <p:spPr>
          <a:xfrm>
            <a:off x="795130" y="1510747"/>
            <a:ext cx="10402957" cy="646331"/>
          </a:xfrm>
          <a:prstGeom prst="rect">
            <a:avLst/>
          </a:prstGeom>
          <a:noFill/>
        </p:spPr>
        <p:txBody>
          <a:bodyPr wrap="square" rtlCol="0">
            <a:spAutoFit/>
          </a:bodyPr>
          <a:lstStyle/>
          <a:p>
            <a:r>
              <a:rPr lang="es-ES" dirty="0"/>
              <a:t>El modelo se desempeña bien con los datos de entrenamiento, pero no es capaz de hacer una buena generalización.</a:t>
            </a:r>
            <a:endParaRPr lang="es-MX" dirty="0"/>
          </a:p>
        </p:txBody>
      </p:sp>
      <p:pic>
        <p:nvPicPr>
          <p:cNvPr id="14" name="Imagen 13">
            <a:extLst>
              <a:ext uri="{FF2B5EF4-FFF2-40B4-BE49-F238E27FC236}">
                <a16:creationId xmlns:a16="http://schemas.microsoft.com/office/drawing/2014/main" id="{8C9A6AC3-9C23-44C0-B4DD-9997C1224FF7}"/>
              </a:ext>
            </a:extLst>
          </p:cNvPr>
          <p:cNvPicPr>
            <a:picLocks noChangeAspect="1"/>
          </p:cNvPicPr>
          <p:nvPr/>
        </p:nvPicPr>
        <p:blipFill rotWithShape="1">
          <a:blip r:embed="rId2"/>
          <a:srcRect l="26633" t="14016" r="12535" b="19828"/>
          <a:stretch/>
        </p:blipFill>
        <p:spPr bwMode="auto">
          <a:xfrm>
            <a:off x="2136388" y="2208022"/>
            <a:ext cx="4251280" cy="2599200"/>
          </a:xfrm>
          <a:prstGeom prst="rect">
            <a:avLst/>
          </a:prstGeom>
          <a:ln>
            <a:noFill/>
          </a:ln>
          <a:extLst>
            <a:ext uri="{53640926-AAD7-44D8-BBD7-CCE9431645EC}">
              <a14:shadowObscured xmlns:a14="http://schemas.microsoft.com/office/drawing/2010/main"/>
            </a:ext>
          </a:extLst>
        </p:spPr>
      </p:pic>
      <p:pic>
        <p:nvPicPr>
          <p:cNvPr id="15" name="Imagen 14">
            <a:extLst>
              <a:ext uri="{FF2B5EF4-FFF2-40B4-BE49-F238E27FC236}">
                <a16:creationId xmlns:a16="http://schemas.microsoft.com/office/drawing/2014/main" id="{8584E9FA-4BF6-4AB2-B5F1-A5F50A9213F5}"/>
              </a:ext>
            </a:extLst>
          </p:cNvPr>
          <p:cNvPicPr>
            <a:picLocks noChangeAspect="1"/>
          </p:cNvPicPr>
          <p:nvPr/>
        </p:nvPicPr>
        <p:blipFill rotWithShape="1">
          <a:blip r:embed="rId3"/>
          <a:srcRect l="24900" t="10933" r="39798" b="19268"/>
          <a:stretch/>
        </p:blipFill>
        <p:spPr bwMode="auto">
          <a:xfrm>
            <a:off x="6401732" y="2213262"/>
            <a:ext cx="2338498" cy="25992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95442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9362849A-570D-49DB-954C-63F144E88A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1CA42011-E478-428B-9D15-A98E338BF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7" name="Freeform 7">
            <a:extLst>
              <a:ext uri="{FF2B5EF4-FFF2-40B4-BE49-F238E27FC236}">
                <a16:creationId xmlns:a16="http://schemas.microsoft.com/office/drawing/2014/main" id="{9ED2773C-FE51-4632-BA46-036BDCDA6E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7" name="Título 6">
            <a:extLst>
              <a:ext uri="{FF2B5EF4-FFF2-40B4-BE49-F238E27FC236}">
                <a16:creationId xmlns:a16="http://schemas.microsoft.com/office/drawing/2014/main" id="{44CDDFF8-C169-4FF3-B1D8-E8BBF1DB4DAD}"/>
              </a:ext>
            </a:extLst>
          </p:cNvPr>
          <p:cNvSpPr>
            <a:spLocks noGrp="1"/>
          </p:cNvSpPr>
          <p:nvPr>
            <p:ph type="title"/>
          </p:nvPr>
        </p:nvSpPr>
        <p:spPr>
          <a:xfrm>
            <a:off x="648930" y="629267"/>
            <a:ext cx="9252154" cy="1016654"/>
          </a:xfrm>
        </p:spPr>
        <p:txBody>
          <a:bodyPr>
            <a:normAutofit/>
          </a:bodyPr>
          <a:lstStyle/>
          <a:p>
            <a:r>
              <a:rPr lang="es-MX">
                <a:solidFill>
                  <a:srgbClr val="EBEBEB"/>
                </a:solidFill>
              </a:rPr>
              <a:t>Validación del Modelo</a:t>
            </a:r>
          </a:p>
        </p:txBody>
      </p:sp>
      <p:sp useBgFill="1">
        <p:nvSpPr>
          <p:cNvPr id="79" name="Freeform: Shape 78">
            <a:extLst>
              <a:ext uri="{FF2B5EF4-FFF2-40B4-BE49-F238E27FC236}">
                <a16:creationId xmlns:a16="http://schemas.microsoft.com/office/drawing/2014/main" id="{E02F9158-C4C2-46A8-BE73-A4F77E139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pic>
        <p:nvPicPr>
          <p:cNvPr id="5124" name="Picture 4" descr="Captura de pantalla de un celular&#10;&#10;Descripción generada automáticamente">
            <a:extLst>
              <a:ext uri="{FF2B5EF4-FFF2-40B4-BE49-F238E27FC236}">
                <a16:creationId xmlns:a16="http://schemas.microsoft.com/office/drawing/2014/main" id="{46855E00-B058-4A13-BA8C-FADB809B2AB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6502" y="2719669"/>
            <a:ext cx="5917635" cy="3180727"/>
          </a:xfrm>
          <a:prstGeom prst="rect">
            <a:avLst/>
          </a:prstGeom>
          <a:noFill/>
          <a:effectLst/>
          <a:extLst>
            <a:ext uri="{909E8E84-426E-40DD-AFC4-6F175D3DCCD1}">
              <a14:hiddenFill xmlns:a14="http://schemas.microsoft.com/office/drawing/2010/main">
                <a:solidFill>
                  <a:srgbClr val="FFFFFF"/>
                </a:solidFill>
              </a14:hiddenFill>
            </a:ext>
          </a:extLst>
        </p:spPr>
      </p:pic>
      <p:sp>
        <p:nvSpPr>
          <p:cNvPr id="8" name="Marcador de contenido 7">
            <a:extLst>
              <a:ext uri="{FF2B5EF4-FFF2-40B4-BE49-F238E27FC236}">
                <a16:creationId xmlns:a16="http://schemas.microsoft.com/office/drawing/2014/main" id="{6D698C13-DEB0-4AE0-9688-2CF9A1207B9E}"/>
              </a:ext>
            </a:extLst>
          </p:cNvPr>
          <p:cNvSpPr>
            <a:spLocks noGrp="1"/>
          </p:cNvSpPr>
          <p:nvPr>
            <p:ph idx="1"/>
          </p:nvPr>
        </p:nvSpPr>
        <p:spPr>
          <a:xfrm>
            <a:off x="6421089" y="2548281"/>
            <a:ext cx="5122606" cy="3658689"/>
          </a:xfrm>
        </p:spPr>
        <p:txBody>
          <a:bodyPr>
            <a:normAutofit/>
          </a:bodyPr>
          <a:lstStyle/>
          <a:p>
            <a:pPr algn="just"/>
            <a:r>
              <a:rPr lang="es-ES" dirty="0"/>
              <a:t>La aproximación más popular para validar un modelo es dividir aleatoriamente las bases de datos en dos conjuntos conocidos como el conjunto de entrenamiento y el conjunto de prueba.</a:t>
            </a:r>
          </a:p>
          <a:p>
            <a:pPr algn="just"/>
            <a:r>
              <a:rPr lang="es-ES" dirty="0"/>
              <a:t>Las separaciones más comunes van del 20 al 30 por ciento de la base de datos para el conjunto de prueba y del 70 al 80 para el conjunto de entrenamiento.</a:t>
            </a:r>
            <a:endParaRPr lang="es-MX" dirty="0"/>
          </a:p>
        </p:txBody>
      </p:sp>
    </p:spTree>
    <p:extLst>
      <p:ext uri="{BB962C8B-B14F-4D97-AF65-F5344CB8AC3E}">
        <p14:creationId xmlns:p14="http://schemas.microsoft.com/office/powerpoint/2010/main" val="1238449889"/>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1" name="Picture 70">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3" name="Picture 72">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5" name="Oval 74">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77" name="Picture 76">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79" name="Picture 78">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81" name="Rectangle 80">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2A92682E-DEC0-4EF4-819B-638811BD2E20}"/>
              </a:ext>
            </a:extLst>
          </p:cNvPr>
          <p:cNvSpPr>
            <a:spLocks noGrp="1"/>
          </p:cNvSpPr>
          <p:nvPr>
            <p:ph type="title"/>
          </p:nvPr>
        </p:nvSpPr>
        <p:spPr>
          <a:xfrm>
            <a:off x="8210623" y="1447800"/>
            <a:ext cx="3333676" cy="3096987"/>
          </a:xfrm>
        </p:spPr>
        <p:txBody>
          <a:bodyPr vert="horz" lIns="91440" tIns="45720" rIns="91440" bIns="45720" rtlCol="0" anchor="b">
            <a:normAutofit/>
          </a:bodyPr>
          <a:lstStyle/>
          <a:p>
            <a:r>
              <a:rPr lang="en-US" sz="5000"/>
              <a:t>Cross - Validation</a:t>
            </a:r>
          </a:p>
        </p:txBody>
      </p:sp>
      <p:sp>
        <p:nvSpPr>
          <p:cNvPr id="83" name="Freeform: Shape 82">
            <a:extLst>
              <a:ext uri="{FF2B5EF4-FFF2-40B4-BE49-F238E27FC236}">
                <a16:creationId xmlns:a16="http://schemas.microsoft.com/office/drawing/2014/main" id="{3484F10F-334C-431A-8E30-B66B496C5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475977" y="-475977"/>
            <a:ext cx="6858000" cy="7809953"/>
          </a:xfrm>
          <a:custGeom>
            <a:avLst/>
            <a:gdLst>
              <a:gd name="connsiteX0" fmla="*/ 6858000 w 6858000"/>
              <a:gd name="connsiteY0" fmla="*/ 1344715 h 7809953"/>
              <a:gd name="connsiteX1" fmla="*/ 6858000 w 6858000"/>
              <a:gd name="connsiteY1" fmla="*/ 1177 h 7809953"/>
              <a:gd name="connsiteX2" fmla="*/ 6702323 w 6858000"/>
              <a:gd name="connsiteY2" fmla="*/ 26222 h 7809953"/>
              <a:gd name="connsiteX3" fmla="*/ 6547332 w 6858000"/>
              <a:gd name="connsiteY3" fmla="*/ 50091 h 7809953"/>
              <a:gd name="connsiteX4" fmla="*/ 6391656 w 6858000"/>
              <a:gd name="connsiteY4" fmla="*/ 73455 h 7809953"/>
              <a:gd name="connsiteX5" fmla="*/ 6235293 w 6858000"/>
              <a:gd name="connsiteY5" fmla="*/ 93458 h 7809953"/>
              <a:gd name="connsiteX6" fmla="*/ 6079617 w 6858000"/>
              <a:gd name="connsiteY6" fmla="*/ 113629 h 7809953"/>
              <a:gd name="connsiteX7" fmla="*/ 5923254 w 6858000"/>
              <a:gd name="connsiteY7" fmla="*/ 132455 h 7809953"/>
              <a:gd name="connsiteX8" fmla="*/ 5768949 w 6858000"/>
              <a:gd name="connsiteY8" fmla="*/ 148591 h 7809953"/>
              <a:gd name="connsiteX9" fmla="*/ 5612587 w 6858000"/>
              <a:gd name="connsiteY9" fmla="*/ 163887 h 7809953"/>
              <a:gd name="connsiteX10" fmla="*/ 5456910 w 6858000"/>
              <a:gd name="connsiteY10" fmla="*/ 177839 h 7809953"/>
              <a:gd name="connsiteX11" fmla="*/ 5303977 w 6858000"/>
              <a:gd name="connsiteY11" fmla="*/ 189941 h 7809953"/>
              <a:gd name="connsiteX12" fmla="*/ 5148986 w 6858000"/>
              <a:gd name="connsiteY12" fmla="*/ 202044 h 7809953"/>
              <a:gd name="connsiteX13" fmla="*/ 4996053 w 6858000"/>
              <a:gd name="connsiteY13" fmla="*/ 212129 h 7809953"/>
              <a:gd name="connsiteX14" fmla="*/ 4843119 w 6858000"/>
              <a:gd name="connsiteY14" fmla="*/ 220029 h 7809953"/>
              <a:gd name="connsiteX15" fmla="*/ 4690872 w 6858000"/>
              <a:gd name="connsiteY15" fmla="*/ 228266 h 7809953"/>
              <a:gd name="connsiteX16" fmla="*/ 4539996 w 6858000"/>
              <a:gd name="connsiteY16" fmla="*/ 235157 h 7809953"/>
              <a:gd name="connsiteX17" fmla="*/ 4390491 w 6858000"/>
              <a:gd name="connsiteY17" fmla="*/ 240032 h 7809953"/>
              <a:gd name="connsiteX18" fmla="*/ 4240987 w 6858000"/>
              <a:gd name="connsiteY18" fmla="*/ 244234 h 7809953"/>
              <a:gd name="connsiteX19" fmla="*/ 4092855 w 6858000"/>
              <a:gd name="connsiteY19" fmla="*/ 248268 h 7809953"/>
              <a:gd name="connsiteX20" fmla="*/ 3946779 w 6858000"/>
              <a:gd name="connsiteY20" fmla="*/ 250117 h 7809953"/>
              <a:gd name="connsiteX21" fmla="*/ 3800704 w 6858000"/>
              <a:gd name="connsiteY21" fmla="*/ 252134 h 7809953"/>
              <a:gd name="connsiteX22" fmla="*/ 3656685 w 6858000"/>
              <a:gd name="connsiteY22" fmla="*/ 253143 h 7809953"/>
              <a:gd name="connsiteX23" fmla="*/ 3514039 w 6858000"/>
              <a:gd name="connsiteY23" fmla="*/ 252134 h 7809953"/>
              <a:gd name="connsiteX24" fmla="*/ 3372765 w 6858000"/>
              <a:gd name="connsiteY24" fmla="*/ 252134 h 7809953"/>
              <a:gd name="connsiteX25" fmla="*/ 3232861 w 6858000"/>
              <a:gd name="connsiteY25" fmla="*/ 250117 h 7809953"/>
              <a:gd name="connsiteX26" fmla="*/ 3095701 w 6858000"/>
              <a:gd name="connsiteY26" fmla="*/ 247092 h 7809953"/>
              <a:gd name="connsiteX27" fmla="*/ 2959913 w 6858000"/>
              <a:gd name="connsiteY27" fmla="*/ 244234 h 7809953"/>
              <a:gd name="connsiteX28" fmla="*/ 2826868 w 6858000"/>
              <a:gd name="connsiteY28" fmla="*/ 241040 h 7809953"/>
              <a:gd name="connsiteX29" fmla="*/ 2694508 w 6858000"/>
              <a:gd name="connsiteY29" fmla="*/ 236166 h 7809953"/>
              <a:gd name="connsiteX30" fmla="*/ 2564207 w 6858000"/>
              <a:gd name="connsiteY30" fmla="*/ 230955 h 7809953"/>
              <a:gd name="connsiteX31" fmla="*/ 2436648 w 6858000"/>
              <a:gd name="connsiteY31" fmla="*/ 226249 h 7809953"/>
              <a:gd name="connsiteX32" fmla="*/ 2187702 w 6858000"/>
              <a:gd name="connsiteY32" fmla="*/ 212969 h 7809953"/>
              <a:gd name="connsiteX33" fmla="*/ 1949044 w 6858000"/>
              <a:gd name="connsiteY33" fmla="*/ 198850 h 7809953"/>
              <a:gd name="connsiteX34" fmla="*/ 1719987 w 6858000"/>
              <a:gd name="connsiteY34" fmla="*/ 184058 h 7809953"/>
              <a:gd name="connsiteX35" fmla="*/ 1503274 w 6858000"/>
              <a:gd name="connsiteY35" fmla="*/ 167753 h 7809953"/>
              <a:gd name="connsiteX36" fmla="*/ 1296162 w 6858000"/>
              <a:gd name="connsiteY36" fmla="*/ 150776 h 7809953"/>
              <a:gd name="connsiteX37" fmla="*/ 1104138 w 6858000"/>
              <a:gd name="connsiteY37" fmla="*/ 132455 h 7809953"/>
              <a:gd name="connsiteX38" fmla="*/ 923773 w 6858000"/>
              <a:gd name="connsiteY38" fmla="*/ 114469 h 7809953"/>
              <a:gd name="connsiteX39" fmla="*/ 757809 w 6858000"/>
              <a:gd name="connsiteY39" fmla="*/ 96484 h 7809953"/>
              <a:gd name="connsiteX40" fmla="*/ 605562 w 6858000"/>
              <a:gd name="connsiteY40" fmla="*/ 79507 h 7809953"/>
              <a:gd name="connsiteX41" fmla="*/ 470459 w 6858000"/>
              <a:gd name="connsiteY41" fmla="*/ 63370 h 7809953"/>
              <a:gd name="connsiteX42" fmla="*/ 348387 w 6858000"/>
              <a:gd name="connsiteY42" fmla="*/ 48074 h 7809953"/>
              <a:gd name="connsiteX43" fmla="*/ 245517 w 6858000"/>
              <a:gd name="connsiteY43" fmla="*/ 35299 h 7809953"/>
              <a:gd name="connsiteX44" fmla="*/ 159106 w 6858000"/>
              <a:gd name="connsiteY44" fmla="*/ 23197 h 7809953"/>
              <a:gd name="connsiteX45" fmla="*/ 40462 w 6858000"/>
              <a:gd name="connsiteY45" fmla="*/ 5883 h 7809953"/>
              <a:gd name="connsiteX46" fmla="*/ 0 w 6858000"/>
              <a:gd name="connsiteY46" fmla="*/ 0 h 7809953"/>
              <a:gd name="connsiteX47" fmla="*/ 0 w 6858000"/>
              <a:gd name="connsiteY47" fmla="*/ 652830 h 7809953"/>
              <a:gd name="connsiteX48" fmla="*/ 0 w 6858000"/>
              <a:gd name="connsiteY48" fmla="*/ 652830 h 7809953"/>
              <a:gd name="connsiteX49" fmla="*/ 0 w 6858000"/>
              <a:gd name="connsiteY49" fmla="*/ 7809953 h 7809953"/>
              <a:gd name="connsiteX50" fmla="*/ 6857999 w 6858000"/>
              <a:gd name="connsiteY50" fmla="*/ 7809953 h 7809953"/>
              <a:gd name="connsiteX51" fmla="*/ 6857999 w 6858000"/>
              <a:gd name="connsiteY51" fmla="*/ 1344715 h 780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0" h="7809953">
                <a:moveTo>
                  <a:pt x="6858000" y="1344715"/>
                </a:moveTo>
                <a:lnTo>
                  <a:pt x="6858000" y="1177"/>
                </a:lnTo>
                <a:lnTo>
                  <a:pt x="6702323" y="26222"/>
                </a:lnTo>
                <a:lnTo>
                  <a:pt x="6547332" y="50091"/>
                </a:lnTo>
                <a:lnTo>
                  <a:pt x="6391656" y="73455"/>
                </a:lnTo>
                <a:lnTo>
                  <a:pt x="6235293" y="93458"/>
                </a:lnTo>
                <a:lnTo>
                  <a:pt x="6079617" y="113629"/>
                </a:lnTo>
                <a:lnTo>
                  <a:pt x="5923254" y="132455"/>
                </a:lnTo>
                <a:lnTo>
                  <a:pt x="5768949" y="148591"/>
                </a:lnTo>
                <a:lnTo>
                  <a:pt x="5612587" y="163887"/>
                </a:lnTo>
                <a:lnTo>
                  <a:pt x="5456910" y="177839"/>
                </a:lnTo>
                <a:lnTo>
                  <a:pt x="5303977" y="189941"/>
                </a:lnTo>
                <a:lnTo>
                  <a:pt x="5148986" y="202044"/>
                </a:lnTo>
                <a:lnTo>
                  <a:pt x="4996053" y="212129"/>
                </a:lnTo>
                <a:lnTo>
                  <a:pt x="4843119" y="220029"/>
                </a:lnTo>
                <a:lnTo>
                  <a:pt x="4690872" y="228266"/>
                </a:lnTo>
                <a:lnTo>
                  <a:pt x="4539996" y="235157"/>
                </a:lnTo>
                <a:lnTo>
                  <a:pt x="4390491" y="240032"/>
                </a:lnTo>
                <a:lnTo>
                  <a:pt x="4240987" y="244234"/>
                </a:lnTo>
                <a:lnTo>
                  <a:pt x="4092855" y="248268"/>
                </a:lnTo>
                <a:lnTo>
                  <a:pt x="3946779" y="250117"/>
                </a:lnTo>
                <a:lnTo>
                  <a:pt x="3800704" y="252134"/>
                </a:lnTo>
                <a:lnTo>
                  <a:pt x="3656685" y="253143"/>
                </a:lnTo>
                <a:lnTo>
                  <a:pt x="3514039" y="252134"/>
                </a:lnTo>
                <a:lnTo>
                  <a:pt x="3372765" y="252134"/>
                </a:lnTo>
                <a:lnTo>
                  <a:pt x="3232861" y="250117"/>
                </a:lnTo>
                <a:lnTo>
                  <a:pt x="3095701" y="247092"/>
                </a:lnTo>
                <a:lnTo>
                  <a:pt x="2959913" y="244234"/>
                </a:lnTo>
                <a:lnTo>
                  <a:pt x="2826868" y="241040"/>
                </a:lnTo>
                <a:lnTo>
                  <a:pt x="2694508" y="236166"/>
                </a:lnTo>
                <a:lnTo>
                  <a:pt x="2564207" y="230955"/>
                </a:lnTo>
                <a:lnTo>
                  <a:pt x="2436648" y="226249"/>
                </a:lnTo>
                <a:lnTo>
                  <a:pt x="2187702" y="212969"/>
                </a:lnTo>
                <a:lnTo>
                  <a:pt x="1949044" y="198850"/>
                </a:lnTo>
                <a:lnTo>
                  <a:pt x="1719987" y="184058"/>
                </a:lnTo>
                <a:lnTo>
                  <a:pt x="1503274" y="167753"/>
                </a:lnTo>
                <a:lnTo>
                  <a:pt x="1296162" y="150776"/>
                </a:lnTo>
                <a:lnTo>
                  <a:pt x="1104138" y="132455"/>
                </a:lnTo>
                <a:lnTo>
                  <a:pt x="923773" y="114469"/>
                </a:lnTo>
                <a:lnTo>
                  <a:pt x="757809" y="96484"/>
                </a:lnTo>
                <a:lnTo>
                  <a:pt x="605562" y="79507"/>
                </a:lnTo>
                <a:lnTo>
                  <a:pt x="470459" y="63370"/>
                </a:lnTo>
                <a:lnTo>
                  <a:pt x="348387" y="48074"/>
                </a:lnTo>
                <a:lnTo>
                  <a:pt x="245517" y="35299"/>
                </a:lnTo>
                <a:lnTo>
                  <a:pt x="159106" y="23197"/>
                </a:lnTo>
                <a:lnTo>
                  <a:pt x="40462" y="5883"/>
                </a:lnTo>
                <a:lnTo>
                  <a:pt x="0" y="0"/>
                </a:lnTo>
                <a:lnTo>
                  <a:pt x="0" y="652830"/>
                </a:lnTo>
                <a:lnTo>
                  <a:pt x="0" y="652830"/>
                </a:lnTo>
                <a:lnTo>
                  <a:pt x="0" y="7809953"/>
                </a:lnTo>
                <a:lnTo>
                  <a:pt x="6857999" y="7809953"/>
                </a:lnTo>
                <a:lnTo>
                  <a:pt x="6857999" y="1344715"/>
                </a:lnTo>
                <a:close/>
              </a:path>
            </a:pathLst>
          </a:custGeom>
          <a:solidFill>
            <a:srgbClr val="FFFFFF"/>
          </a:solidFill>
          <a:ln>
            <a:noFill/>
          </a:ln>
        </p:spPr>
      </p:sp>
      <p:pic>
        <p:nvPicPr>
          <p:cNvPr id="5" name="Imagen 4">
            <a:extLst>
              <a:ext uri="{FF2B5EF4-FFF2-40B4-BE49-F238E27FC236}">
                <a16:creationId xmlns:a16="http://schemas.microsoft.com/office/drawing/2014/main" id="{F4FC5C95-2C3B-4083-B082-8790FCD3D09E}"/>
              </a:ext>
            </a:extLst>
          </p:cNvPr>
          <p:cNvPicPr/>
          <p:nvPr/>
        </p:nvPicPr>
        <p:blipFill rotWithShape="1">
          <a:blip r:embed="rId7"/>
          <a:srcRect l="12608" t="24668" r="16159" b="12540"/>
          <a:stretch/>
        </p:blipFill>
        <p:spPr bwMode="auto">
          <a:xfrm>
            <a:off x="1157012" y="3928467"/>
            <a:ext cx="5760000" cy="2658666"/>
          </a:xfrm>
          <a:prstGeom prst="rect">
            <a:avLst/>
          </a:prstGeom>
          <a:effectLst/>
          <a:extLst>
            <a:ext uri="{53640926-AAD7-44D8-BBD7-CCE9431645EC}">
              <a14:shadowObscured xmlns:a14="http://schemas.microsoft.com/office/drawing/2010/main"/>
            </a:ext>
          </a:extLst>
        </p:spPr>
      </p:pic>
      <p:sp>
        <p:nvSpPr>
          <p:cNvPr id="85" name="Freeform 31">
            <a:extLst>
              <a:ext uri="{FF2B5EF4-FFF2-40B4-BE49-F238E27FC236}">
                <a16:creationId xmlns:a16="http://schemas.microsoft.com/office/drawing/2014/main" id="{AEA0BB24-2B23-4B19-996F-58DA607EE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6146" name="Picture 2">
            <a:extLst>
              <a:ext uri="{FF2B5EF4-FFF2-40B4-BE49-F238E27FC236}">
                <a16:creationId xmlns:a16="http://schemas.microsoft.com/office/drawing/2014/main" id="{0B3EAE89-37CA-48F9-8D57-5852D606BA6D}"/>
              </a:ext>
            </a:extLst>
          </p:cNvPr>
          <p:cNvPicPr>
            <a:picLocks noGrp="1" noChangeAspect="1" noChangeArrowheads="1"/>
          </p:cNvPicPr>
          <p:nvPr>
            <p:ph idx="1"/>
          </p:nvPr>
        </p:nvPicPr>
        <p:blipFill>
          <a:blip r:embed="rId8">
            <a:extLst>
              <a:ext uri="{28A0092B-C50C-407E-A947-70E740481C1C}">
                <a14:useLocalDpi xmlns:a14="http://schemas.microsoft.com/office/drawing/2010/main" val="0"/>
              </a:ext>
            </a:extLst>
          </a:blip>
          <a:stretch>
            <a:fillRect/>
          </a:stretch>
        </p:blipFill>
        <p:spPr bwMode="auto">
          <a:xfrm>
            <a:off x="1157012" y="357219"/>
            <a:ext cx="5760000" cy="299520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0851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otalTime>1516</TotalTime>
  <Words>1092</Words>
  <Application>Microsoft Office PowerPoint</Application>
  <PresentationFormat>Panorámica</PresentationFormat>
  <Paragraphs>101</Paragraphs>
  <Slides>21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Century Gothic</vt:lpstr>
      <vt:lpstr>Wingdings 3</vt:lpstr>
      <vt:lpstr>Ion</vt:lpstr>
      <vt:lpstr>Introducción a Machine Learning</vt:lpstr>
      <vt:lpstr>¿Qué es Machine Learning?</vt:lpstr>
      <vt:lpstr>Hipótesis Fundamental de Machine Learning</vt:lpstr>
      <vt:lpstr>Machine Learning vs Programación Tradicional</vt:lpstr>
      <vt:lpstr>¿Por qué se necesita ML?</vt:lpstr>
      <vt:lpstr>Ventajas y Desventajas de ML</vt:lpstr>
      <vt:lpstr>Aplicaciones de ML</vt:lpstr>
      <vt:lpstr>Clasificaciones dentro de ML</vt:lpstr>
      <vt:lpstr>Tipos de Aprendizaje</vt:lpstr>
      <vt:lpstr>Tipo de Respuesta</vt:lpstr>
      <vt:lpstr>Tipo de Actualización</vt:lpstr>
      <vt:lpstr>Tipo de Generalización</vt:lpstr>
      <vt:lpstr>¿Qué es la Generalización?</vt:lpstr>
      <vt:lpstr>Retos en ML: Datos</vt:lpstr>
      <vt:lpstr>Insuficiencia de Datos</vt:lpstr>
      <vt:lpstr>Datos no Representativos</vt:lpstr>
      <vt:lpstr>Características del Buen Dato</vt:lpstr>
      <vt:lpstr>Variables Irrelevantes</vt:lpstr>
      <vt:lpstr>Retos en ML: Modelo</vt:lpstr>
      <vt:lpstr>Validación del Modelo</vt:lpstr>
      <vt:lpstr>Cross - Validation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Machine Learning</dc:title>
  <dc:creator>Israel Alvarado</dc:creator>
  <cp:lastModifiedBy>Israel Alvarado</cp:lastModifiedBy>
  <cp:revision>1</cp:revision>
  <dcterms:created xsi:type="dcterms:W3CDTF">2020-04-12T20:20:32Z</dcterms:created>
  <dcterms:modified xsi:type="dcterms:W3CDTF">2020-04-17T23:35:23Z</dcterms:modified>
</cp:coreProperties>
</file>