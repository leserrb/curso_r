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60" r:id="rId8"/>
    <p:sldId id="261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727AA8-0A31-4080-9756-58ED378D504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689170-3234-40B1-921F-EBB531F808BD}">
      <dgm:prSet/>
      <dgm:spPr/>
      <dgm:t>
        <a:bodyPr/>
        <a:lstStyle/>
        <a:p>
          <a:r>
            <a:rPr lang="es-MX"/>
            <a:t>Clasificación de animales y plantas.</a:t>
          </a:r>
          <a:endParaRPr lang="en-US"/>
        </a:p>
      </dgm:t>
    </dgm:pt>
    <dgm:pt modelId="{50C91292-C874-41D7-99A8-FDFEB03944F6}" type="parTrans" cxnId="{D5A8FD4D-F26A-4587-B40A-81A52ED1DF1B}">
      <dgm:prSet/>
      <dgm:spPr/>
      <dgm:t>
        <a:bodyPr/>
        <a:lstStyle/>
        <a:p>
          <a:endParaRPr lang="en-US"/>
        </a:p>
      </dgm:t>
    </dgm:pt>
    <dgm:pt modelId="{82AF25CD-26AC-4963-B8E6-8AA5DC55D4F5}" type="sibTrans" cxnId="{D5A8FD4D-F26A-4587-B40A-81A52ED1DF1B}">
      <dgm:prSet/>
      <dgm:spPr/>
      <dgm:t>
        <a:bodyPr/>
        <a:lstStyle/>
        <a:p>
          <a:endParaRPr lang="en-US"/>
        </a:p>
      </dgm:t>
    </dgm:pt>
    <dgm:pt modelId="{5DE5C6DA-636F-4798-81F9-7DFB8C4F74D3}">
      <dgm:prSet/>
      <dgm:spPr/>
      <dgm:t>
        <a:bodyPr/>
        <a:lstStyle/>
        <a:p>
          <a:r>
            <a:rPr lang="es-MX"/>
            <a:t>Identificación de enfermedades.</a:t>
          </a:r>
          <a:endParaRPr lang="en-US"/>
        </a:p>
      </dgm:t>
    </dgm:pt>
    <dgm:pt modelId="{CE4A763D-2B70-4C3D-BF54-83B2DD38C62F}" type="parTrans" cxnId="{D0A5E025-1EFB-46C8-A108-4A6B4605EA39}">
      <dgm:prSet/>
      <dgm:spPr/>
      <dgm:t>
        <a:bodyPr/>
        <a:lstStyle/>
        <a:p>
          <a:endParaRPr lang="en-US"/>
        </a:p>
      </dgm:t>
    </dgm:pt>
    <dgm:pt modelId="{A215FD9B-049D-43F7-87E5-CA20A9FFFA4B}" type="sibTrans" cxnId="{D0A5E025-1EFB-46C8-A108-4A6B4605EA39}">
      <dgm:prSet/>
      <dgm:spPr/>
      <dgm:t>
        <a:bodyPr/>
        <a:lstStyle/>
        <a:p>
          <a:endParaRPr lang="en-US"/>
        </a:p>
      </dgm:t>
    </dgm:pt>
    <dgm:pt modelId="{7C307B1A-15EE-423D-82B3-E97D830944A4}">
      <dgm:prSet/>
      <dgm:spPr/>
      <dgm:t>
        <a:bodyPr/>
        <a:lstStyle/>
        <a:p>
          <a:r>
            <a:rPr lang="es-MX"/>
            <a:t>Segmentación de mercados.</a:t>
          </a:r>
          <a:endParaRPr lang="en-US"/>
        </a:p>
      </dgm:t>
    </dgm:pt>
    <dgm:pt modelId="{70F828F5-30A2-4AC0-8D3E-FBF47B6F891C}" type="parTrans" cxnId="{19AED39C-44FB-4292-A9C8-F37564C4832C}">
      <dgm:prSet/>
      <dgm:spPr/>
      <dgm:t>
        <a:bodyPr/>
        <a:lstStyle/>
        <a:p>
          <a:endParaRPr lang="en-US"/>
        </a:p>
      </dgm:t>
    </dgm:pt>
    <dgm:pt modelId="{105EF26D-119C-4385-9ADC-02765E117287}" type="sibTrans" cxnId="{19AED39C-44FB-4292-A9C8-F37564C4832C}">
      <dgm:prSet/>
      <dgm:spPr/>
      <dgm:t>
        <a:bodyPr/>
        <a:lstStyle/>
        <a:p>
          <a:endParaRPr lang="en-US"/>
        </a:p>
      </dgm:t>
    </dgm:pt>
    <dgm:pt modelId="{84694271-8265-487F-B35A-B1F54CFADA61}">
      <dgm:prSet/>
      <dgm:spPr/>
      <dgm:t>
        <a:bodyPr/>
        <a:lstStyle/>
        <a:p>
          <a:r>
            <a:rPr lang="es-MX"/>
            <a:t>Detección de fraudes de tarjeta de crédito.</a:t>
          </a:r>
          <a:endParaRPr lang="en-US"/>
        </a:p>
      </dgm:t>
    </dgm:pt>
    <dgm:pt modelId="{30B32C23-70FC-44F9-9EE7-232DFB34C00E}" type="parTrans" cxnId="{2F39B771-E128-4B96-B26F-35830E534E90}">
      <dgm:prSet/>
      <dgm:spPr/>
      <dgm:t>
        <a:bodyPr/>
        <a:lstStyle/>
        <a:p>
          <a:endParaRPr lang="en-US"/>
        </a:p>
      </dgm:t>
    </dgm:pt>
    <dgm:pt modelId="{AC1F4BF8-0556-4675-8418-6AFAF74E4A36}" type="sibTrans" cxnId="{2F39B771-E128-4B96-B26F-35830E534E90}">
      <dgm:prSet/>
      <dgm:spPr/>
      <dgm:t>
        <a:bodyPr/>
        <a:lstStyle/>
        <a:p>
          <a:endParaRPr lang="en-US"/>
        </a:p>
      </dgm:t>
    </dgm:pt>
    <dgm:pt modelId="{9252850F-EAF3-4C00-9714-F9A20D13349A}">
      <dgm:prSet/>
      <dgm:spPr/>
      <dgm:t>
        <a:bodyPr/>
        <a:lstStyle/>
        <a:p>
          <a:r>
            <a:rPr lang="es-MX"/>
            <a:t>Detección automática de patrones.</a:t>
          </a:r>
          <a:endParaRPr lang="en-US"/>
        </a:p>
      </dgm:t>
    </dgm:pt>
    <dgm:pt modelId="{7294870E-BEF0-426A-A7BD-0378580B05D9}" type="parTrans" cxnId="{95D15443-2862-44E6-9E25-B96E9F86E1D7}">
      <dgm:prSet/>
      <dgm:spPr/>
      <dgm:t>
        <a:bodyPr/>
        <a:lstStyle/>
        <a:p>
          <a:endParaRPr lang="en-US"/>
        </a:p>
      </dgm:t>
    </dgm:pt>
    <dgm:pt modelId="{C9C5E723-30FF-46E3-84BF-0E0A79812E03}" type="sibTrans" cxnId="{95D15443-2862-44E6-9E25-B96E9F86E1D7}">
      <dgm:prSet/>
      <dgm:spPr/>
      <dgm:t>
        <a:bodyPr/>
        <a:lstStyle/>
        <a:p>
          <a:endParaRPr lang="en-US"/>
        </a:p>
      </dgm:t>
    </dgm:pt>
    <dgm:pt modelId="{6F5920C7-4AEA-4A6F-97A1-580116F97D44}" type="pres">
      <dgm:prSet presAssocID="{19727AA8-0A31-4080-9756-58ED378D504F}" presName="root" presStyleCnt="0">
        <dgm:presLayoutVars>
          <dgm:dir/>
          <dgm:resizeHandles val="exact"/>
        </dgm:presLayoutVars>
      </dgm:prSet>
      <dgm:spPr/>
    </dgm:pt>
    <dgm:pt modelId="{53F3074E-A538-4975-8176-5A63C0BAC44C}" type="pres">
      <dgm:prSet presAssocID="{41689170-3234-40B1-921F-EBB531F808BD}" presName="compNode" presStyleCnt="0"/>
      <dgm:spPr/>
    </dgm:pt>
    <dgm:pt modelId="{5E400260-A028-4E34-9F01-9D44FF1E7CF8}" type="pres">
      <dgm:prSet presAssocID="{41689170-3234-40B1-921F-EBB531F808BD}" presName="bgRect" presStyleLbl="bgShp" presStyleIdx="0" presStyleCnt="5"/>
      <dgm:spPr/>
    </dgm:pt>
    <dgm:pt modelId="{AE7DE645-9262-4C09-B956-26E7CDB369DE}" type="pres">
      <dgm:prSet presAssocID="{41689170-3234-40B1-921F-EBB531F808B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6802ADBA-E49F-4B59-A884-6E401275A73A}" type="pres">
      <dgm:prSet presAssocID="{41689170-3234-40B1-921F-EBB531F808BD}" presName="spaceRect" presStyleCnt="0"/>
      <dgm:spPr/>
    </dgm:pt>
    <dgm:pt modelId="{AD29A4D4-B162-4AFA-A7E1-42D5BB58BB61}" type="pres">
      <dgm:prSet presAssocID="{41689170-3234-40B1-921F-EBB531F808BD}" presName="parTx" presStyleLbl="revTx" presStyleIdx="0" presStyleCnt="5">
        <dgm:presLayoutVars>
          <dgm:chMax val="0"/>
          <dgm:chPref val="0"/>
        </dgm:presLayoutVars>
      </dgm:prSet>
      <dgm:spPr/>
    </dgm:pt>
    <dgm:pt modelId="{5C5E5CF7-9B97-41A7-BBE7-1414269B42C5}" type="pres">
      <dgm:prSet presAssocID="{82AF25CD-26AC-4963-B8E6-8AA5DC55D4F5}" presName="sibTrans" presStyleCnt="0"/>
      <dgm:spPr/>
    </dgm:pt>
    <dgm:pt modelId="{175EE983-0F50-4166-B6C7-8E39C15E0453}" type="pres">
      <dgm:prSet presAssocID="{5DE5C6DA-636F-4798-81F9-7DFB8C4F74D3}" presName="compNode" presStyleCnt="0"/>
      <dgm:spPr/>
    </dgm:pt>
    <dgm:pt modelId="{12B25C80-E0FB-4B1B-A659-2E95E1A642D6}" type="pres">
      <dgm:prSet presAssocID="{5DE5C6DA-636F-4798-81F9-7DFB8C4F74D3}" presName="bgRect" presStyleLbl="bgShp" presStyleIdx="1" presStyleCnt="5"/>
      <dgm:spPr/>
    </dgm:pt>
    <dgm:pt modelId="{A3F861C7-4125-4C9D-AAE6-32897B463CD4}" type="pres">
      <dgm:prSet presAssocID="{5DE5C6DA-636F-4798-81F9-7DFB8C4F74D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152AD9FB-BB2E-452A-8875-255B92301DF8}" type="pres">
      <dgm:prSet presAssocID="{5DE5C6DA-636F-4798-81F9-7DFB8C4F74D3}" presName="spaceRect" presStyleCnt="0"/>
      <dgm:spPr/>
    </dgm:pt>
    <dgm:pt modelId="{571F6D58-6EAC-46C1-9F50-E4689AB4DEBD}" type="pres">
      <dgm:prSet presAssocID="{5DE5C6DA-636F-4798-81F9-7DFB8C4F74D3}" presName="parTx" presStyleLbl="revTx" presStyleIdx="1" presStyleCnt="5">
        <dgm:presLayoutVars>
          <dgm:chMax val="0"/>
          <dgm:chPref val="0"/>
        </dgm:presLayoutVars>
      </dgm:prSet>
      <dgm:spPr/>
    </dgm:pt>
    <dgm:pt modelId="{B3897C39-1A3C-4304-8AC4-B589D4D09D32}" type="pres">
      <dgm:prSet presAssocID="{A215FD9B-049D-43F7-87E5-CA20A9FFFA4B}" presName="sibTrans" presStyleCnt="0"/>
      <dgm:spPr/>
    </dgm:pt>
    <dgm:pt modelId="{4B93855D-75D8-425B-9970-34C9254A3483}" type="pres">
      <dgm:prSet presAssocID="{7C307B1A-15EE-423D-82B3-E97D830944A4}" presName="compNode" presStyleCnt="0"/>
      <dgm:spPr/>
    </dgm:pt>
    <dgm:pt modelId="{AB8C8874-67FC-432A-8C97-E748B225233E}" type="pres">
      <dgm:prSet presAssocID="{7C307B1A-15EE-423D-82B3-E97D830944A4}" presName="bgRect" presStyleLbl="bgShp" presStyleIdx="2" presStyleCnt="5"/>
      <dgm:spPr/>
    </dgm:pt>
    <dgm:pt modelId="{9831BF95-5AD2-476A-B13D-13559127BD29}" type="pres">
      <dgm:prSet presAssocID="{7C307B1A-15EE-423D-82B3-E97D830944A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C8FE977-F983-429C-998F-0B79B8B3F9E3}" type="pres">
      <dgm:prSet presAssocID="{7C307B1A-15EE-423D-82B3-E97D830944A4}" presName="spaceRect" presStyleCnt="0"/>
      <dgm:spPr/>
    </dgm:pt>
    <dgm:pt modelId="{904CAE82-5545-4C1E-8DA0-3C430C42F3A8}" type="pres">
      <dgm:prSet presAssocID="{7C307B1A-15EE-423D-82B3-E97D830944A4}" presName="parTx" presStyleLbl="revTx" presStyleIdx="2" presStyleCnt="5">
        <dgm:presLayoutVars>
          <dgm:chMax val="0"/>
          <dgm:chPref val="0"/>
        </dgm:presLayoutVars>
      </dgm:prSet>
      <dgm:spPr/>
    </dgm:pt>
    <dgm:pt modelId="{91D4AFB5-7DDE-4365-86E4-5AE5E8AA0B18}" type="pres">
      <dgm:prSet presAssocID="{105EF26D-119C-4385-9ADC-02765E117287}" presName="sibTrans" presStyleCnt="0"/>
      <dgm:spPr/>
    </dgm:pt>
    <dgm:pt modelId="{F0979823-5026-4E9D-836D-631D4A6AFDB6}" type="pres">
      <dgm:prSet presAssocID="{84694271-8265-487F-B35A-B1F54CFADA61}" presName="compNode" presStyleCnt="0"/>
      <dgm:spPr/>
    </dgm:pt>
    <dgm:pt modelId="{4BD591B9-626B-44C6-B618-0574AD8E88FC}" type="pres">
      <dgm:prSet presAssocID="{84694271-8265-487F-B35A-B1F54CFADA61}" presName="bgRect" presStyleLbl="bgShp" presStyleIdx="3" presStyleCnt="5"/>
      <dgm:spPr/>
    </dgm:pt>
    <dgm:pt modelId="{050A3610-F8A9-46D2-A027-917D5ED274F2}" type="pres">
      <dgm:prSet presAssocID="{84694271-8265-487F-B35A-B1F54CFADA6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75412D34-A210-47BA-832F-63118CB5B1F7}" type="pres">
      <dgm:prSet presAssocID="{84694271-8265-487F-B35A-B1F54CFADA61}" presName="spaceRect" presStyleCnt="0"/>
      <dgm:spPr/>
    </dgm:pt>
    <dgm:pt modelId="{78420144-FCDD-4387-8434-5C9F3169684F}" type="pres">
      <dgm:prSet presAssocID="{84694271-8265-487F-B35A-B1F54CFADA61}" presName="parTx" presStyleLbl="revTx" presStyleIdx="3" presStyleCnt="5">
        <dgm:presLayoutVars>
          <dgm:chMax val="0"/>
          <dgm:chPref val="0"/>
        </dgm:presLayoutVars>
      </dgm:prSet>
      <dgm:spPr/>
    </dgm:pt>
    <dgm:pt modelId="{F29D3BBC-F79F-4A39-9832-9E0565F2FFCC}" type="pres">
      <dgm:prSet presAssocID="{AC1F4BF8-0556-4675-8418-6AFAF74E4A36}" presName="sibTrans" presStyleCnt="0"/>
      <dgm:spPr/>
    </dgm:pt>
    <dgm:pt modelId="{4F5DF3D6-F047-475F-84F4-2DE23C3F2678}" type="pres">
      <dgm:prSet presAssocID="{9252850F-EAF3-4C00-9714-F9A20D13349A}" presName="compNode" presStyleCnt="0"/>
      <dgm:spPr/>
    </dgm:pt>
    <dgm:pt modelId="{BEF54B4B-6649-43E0-9B37-0D6B876FCF8F}" type="pres">
      <dgm:prSet presAssocID="{9252850F-EAF3-4C00-9714-F9A20D13349A}" presName="bgRect" presStyleLbl="bgShp" presStyleIdx="4" presStyleCnt="5"/>
      <dgm:spPr/>
    </dgm:pt>
    <dgm:pt modelId="{22916854-FF06-40DF-8CB5-77E66A3F50F0}" type="pres">
      <dgm:prSet presAssocID="{9252850F-EAF3-4C00-9714-F9A20D13349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7D2EC3A2-0ADD-4BAF-9BEA-F51C4E32E077}" type="pres">
      <dgm:prSet presAssocID="{9252850F-EAF3-4C00-9714-F9A20D13349A}" presName="spaceRect" presStyleCnt="0"/>
      <dgm:spPr/>
    </dgm:pt>
    <dgm:pt modelId="{2430E63D-91D5-4267-AC2D-EE43FC39CB1A}" type="pres">
      <dgm:prSet presAssocID="{9252850F-EAF3-4C00-9714-F9A20D13349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8E06201-152D-4902-AEA2-B0E8AC0F0605}" type="presOf" srcId="{41689170-3234-40B1-921F-EBB531F808BD}" destId="{AD29A4D4-B162-4AFA-A7E1-42D5BB58BB61}" srcOrd="0" destOrd="0" presId="urn:microsoft.com/office/officeart/2018/2/layout/IconVerticalSolidList"/>
    <dgm:cxn modelId="{46AC190B-1942-440A-9899-0962900A180D}" type="presOf" srcId="{84694271-8265-487F-B35A-B1F54CFADA61}" destId="{78420144-FCDD-4387-8434-5C9F3169684F}" srcOrd="0" destOrd="0" presId="urn:microsoft.com/office/officeart/2018/2/layout/IconVerticalSolidList"/>
    <dgm:cxn modelId="{D0A5E025-1EFB-46C8-A108-4A6B4605EA39}" srcId="{19727AA8-0A31-4080-9756-58ED378D504F}" destId="{5DE5C6DA-636F-4798-81F9-7DFB8C4F74D3}" srcOrd="1" destOrd="0" parTransId="{CE4A763D-2B70-4C3D-BF54-83B2DD38C62F}" sibTransId="{A215FD9B-049D-43F7-87E5-CA20A9FFFA4B}"/>
    <dgm:cxn modelId="{95D15443-2862-44E6-9E25-B96E9F86E1D7}" srcId="{19727AA8-0A31-4080-9756-58ED378D504F}" destId="{9252850F-EAF3-4C00-9714-F9A20D13349A}" srcOrd="4" destOrd="0" parTransId="{7294870E-BEF0-426A-A7BD-0378580B05D9}" sibTransId="{C9C5E723-30FF-46E3-84BF-0E0A79812E03}"/>
    <dgm:cxn modelId="{D5A8FD4D-F26A-4587-B40A-81A52ED1DF1B}" srcId="{19727AA8-0A31-4080-9756-58ED378D504F}" destId="{41689170-3234-40B1-921F-EBB531F808BD}" srcOrd="0" destOrd="0" parTransId="{50C91292-C874-41D7-99A8-FDFEB03944F6}" sibTransId="{82AF25CD-26AC-4963-B8E6-8AA5DC55D4F5}"/>
    <dgm:cxn modelId="{2F39B771-E128-4B96-B26F-35830E534E90}" srcId="{19727AA8-0A31-4080-9756-58ED378D504F}" destId="{84694271-8265-487F-B35A-B1F54CFADA61}" srcOrd="3" destOrd="0" parTransId="{30B32C23-70FC-44F9-9EE7-232DFB34C00E}" sibTransId="{AC1F4BF8-0556-4675-8418-6AFAF74E4A36}"/>
    <dgm:cxn modelId="{1DD8007B-0889-4EBA-B769-F792F00BDFAC}" type="presOf" srcId="{5DE5C6DA-636F-4798-81F9-7DFB8C4F74D3}" destId="{571F6D58-6EAC-46C1-9F50-E4689AB4DEBD}" srcOrd="0" destOrd="0" presId="urn:microsoft.com/office/officeart/2018/2/layout/IconVerticalSolidList"/>
    <dgm:cxn modelId="{D7771786-CE86-48AE-BB2E-0E7703F5BA28}" type="presOf" srcId="{9252850F-EAF3-4C00-9714-F9A20D13349A}" destId="{2430E63D-91D5-4267-AC2D-EE43FC39CB1A}" srcOrd="0" destOrd="0" presId="urn:microsoft.com/office/officeart/2018/2/layout/IconVerticalSolidList"/>
    <dgm:cxn modelId="{19AED39C-44FB-4292-A9C8-F37564C4832C}" srcId="{19727AA8-0A31-4080-9756-58ED378D504F}" destId="{7C307B1A-15EE-423D-82B3-E97D830944A4}" srcOrd="2" destOrd="0" parTransId="{70F828F5-30A2-4AC0-8D3E-FBF47B6F891C}" sibTransId="{105EF26D-119C-4385-9ADC-02765E117287}"/>
    <dgm:cxn modelId="{8DCF10CA-7834-4A84-B8A3-D602801D58E1}" type="presOf" srcId="{19727AA8-0A31-4080-9756-58ED378D504F}" destId="{6F5920C7-4AEA-4A6F-97A1-580116F97D44}" srcOrd="0" destOrd="0" presId="urn:microsoft.com/office/officeart/2018/2/layout/IconVerticalSolidList"/>
    <dgm:cxn modelId="{FC1DA3D9-4A9E-4D02-83FA-D9F0459934DD}" type="presOf" srcId="{7C307B1A-15EE-423D-82B3-E97D830944A4}" destId="{904CAE82-5545-4C1E-8DA0-3C430C42F3A8}" srcOrd="0" destOrd="0" presId="urn:microsoft.com/office/officeart/2018/2/layout/IconVerticalSolidList"/>
    <dgm:cxn modelId="{0F99EDE9-443B-47F9-A4A8-D10883AE92CF}" type="presParOf" srcId="{6F5920C7-4AEA-4A6F-97A1-580116F97D44}" destId="{53F3074E-A538-4975-8176-5A63C0BAC44C}" srcOrd="0" destOrd="0" presId="urn:microsoft.com/office/officeart/2018/2/layout/IconVerticalSolidList"/>
    <dgm:cxn modelId="{FA68DA42-5CC5-4EE5-A3DB-78CC65B8D9DE}" type="presParOf" srcId="{53F3074E-A538-4975-8176-5A63C0BAC44C}" destId="{5E400260-A028-4E34-9F01-9D44FF1E7CF8}" srcOrd="0" destOrd="0" presId="urn:microsoft.com/office/officeart/2018/2/layout/IconVerticalSolidList"/>
    <dgm:cxn modelId="{88D49835-60DB-4C36-B36D-66E4E4C252C1}" type="presParOf" srcId="{53F3074E-A538-4975-8176-5A63C0BAC44C}" destId="{AE7DE645-9262-4C09-B956-26E7CDB369DE}" srcOrd="1" destOrd="0" presId="urn:microsoft.com/office/officeart/2018/2/layout/IconVerticalSolidList"/>
    <dgm:cxn modelId="{8BF64D7A-81AB-415A-B289-17D32DFA7E12}" type="presParOf" srcId="{53F3074E-A538-4975-8176-5A63C0BAC44C}" destId="{6802ADBA-E49F-4B59-A884-6E401275A73A}" srcOrd="2" destOrd="0" presId="urn:microsoft.com/office/officeart/2018/2/layout/IconVerticalSolidList"/>
    <dgm:cxn modelId="{ADCBE4EE-DCEE-451C-8279-FD46CD7CC661}" type="presParOf" srcId="{53F3074E-A538-4975-8176-5A63C0BAC44C}" destId="{AD29A4D4-B162-4AFA-A7E1-42D5BB58BB61}" srcOrd="3" destOrd="0" presId="urn:microsoft.com/office/officeart/2018/2/layout/IconVerticalSolidList"/>
    <dgm:cxn modelId="{6FA4C577-0071-4474-BA5E-4313DEE3406D}" type="presParOf" srcId="{6F5920C7-4AEA-4A6F-97A1-580116F97D44}" destId="{5C5E5CF7-9B97-41A7-BBE7-1414269B42C5}" srcOrd="1" destOrd="0" presId="urn:microsoft.com/office/officeart/2018/2/layout/IconVerticalSolidList"/>
    <dgm:cxn modelId="{72E1AE8D-90BA-4853-B12A-91F4ABD834CD}" type="presParOf" srcId="{6F5920C7-4AEA-4A6F-97A1-580116F97D44}" destId="{175EE983-0F50-4166-B6C7-8E39C15E0453}" srcOrd="2" destOrd="0" presId="urn:microsoft.com/office/officeart/2018/2/layout/IconVerticalSolidList"/>
    <dgm:cxn modelId="{7AAAF203-F7B1-4823-A91A-899F7E788E8E}" type="presParOf" srcId="{175EE983-0F50-4166-B6C7-8E39C15E0453}" destId="{12B25C80-E0FB-4B1B-A659-2E95E1A642D6}" srcOrd="0" destOrd="0" presId="urn:microsoft.com/office/officeart/2018/2/layout/IconVerticalSolidList"/>
    <dgm:cxn modelId="{26677D29-8B73-44FA-B17C-D45A084BB8F4}" type="presParOf" srcId="{175EE983-0F50-4166-B6C7-8E39C15E0453}" destId="{A3F861C7-4125-4C9D-AAE6-32897B463CD4}" srcOrd="1" destOrd="0" presId="urn:microsoft.com/office/officeart/2018/2/layout/IconVerticalSolidList"/>
    <dgm:cxn modelId="{ACE1F718-9F90-4FAB-A9B0-9E8400B7EA69}" type="presParOf" srcId="{175EE983-0F50-4166-B6C7-8E39C15E0453}" destId="{152AD9FB-BB2E-452A-8875-255B92301DF8}" srcOrd="2" destOrd="0" presId="urn:microsoft.com/office/officeart/2018/2/layout/IconVerticalSolidList"/>
    <dgm:cxn modelId="{375B939B-D750-4D38-935F-00AE5E147A03}" type="presParOf" srcId="{175EE983-0F50-4166-B6C7-8E39C15E0453}" destId="{571F6D58-6EAC-46C1-9F50-E4689AB4DEBD}" srcOrd="3" destOrd="0" presId="urn:microsoft.com/office/officeart/2018/2/layout/IconVerticalSolidList"/>
    <dgm:cxn modelId="{01DF8455-AB4B-4F04-92CA-D6C53DB0387D}" type="presParOf" srcId="{6F5920C7-4AEA-4A6F-97A1-580116F97D44}" destId="{B3897C39-1A3C-4304-8AC4-B589D4D09D32}" srcOrd="3" destOrd="0" presId="urn:microsoft.com/office/officeart/2018/2/layout/IconVerticalSolidList"/>
    <dgm:cxn modelId="{504F2032-FC67-4E66-88D5-248EE6E70B35}" type="presParOf" srcId="{6F5920C7-4AEA-4A6F-97A1-580116F97D44}" destId="{4B93855D-75D8-425B-9970-34C9254A3483}" srcOrd="4" destOrd="0" presId="urn:microsoft.com/office/officeart/2018/2/layout/IconVerticalSolidList"/>
    <dgm:cxn modelId="{F1F3729B-FA13-490F-95DE-76A73B718F80}" type="presParOf" srcId="{4B93855D-75D8-425B-9970-34C9254A3483}" destId="{AB8C8874-67FC-432A-8C97-E748B225233E}" srcOrd="0" destOrd="0" presId="urn:microsoft.com/office/officeart/2018/2/layout/IconVerticalSolidList"/>
    <dgm:cxn modelId="{041EB03C-DC1C-473F-985A-2DE8202F3B7D}" type="presParOf" srcId="{4B93855D-75D8-425B-9970-34C9254A3483}" destId="{9831BF95-5AD2-476A-B13D-13559127BD29}" srcOrd="1" destOrd="0" presId="urn:microsoft.com/office/officeart/2018/2/layout/IconVerticalSolidList"/>
    <dgm:cxn modelId="{2BC8831B-4F1D-4307-9A09-F681DB77190D}" type="presParOf" srcId="{4B93855D-75D8-425B-9970-34C9254A3483}" destId="{0C8FE977-F983-429C-998F-0B79B8B3F9E3}" srcOrd="2" destOrd="0" presId="urn:microsoft.com/office/officeart/2018/2/layout/IconVerticalSolidList"/>
    <dgm:cxn modelId="{B243F75E-2EE5-4D4F-8FF3-11797D575B5E}" type="presParOf" srcId="{4B93855D-75D8-425B-9970-34C9254A3483}" destId="{904CAE82-5545-4C1E-8DA0-3C430C42F3A8}" srcOrd="3" destOrd="0" presId="urn:microsoft.com/office/officeart/2018/2/layout/IconVerticalSolidList"/>
    <dgm:cxn modelId="{474E2277-EC3C-452A-9AA1-B4A2D6D93085}" type="presParOf" srcId="{6F5920C7-4AEA-4A6F-97A1-580116F97D44}" destId="{91D4AFB5-7DDE-4365-86E4-5AE5E8AA0B18}" srcOrd="5" destOrd="0" presId="urn:microsoft.com/office/officeart/2018/2/layout/IconVerticalSolidList"/>
    <dgm:cxn modelId="{DCBF2842-48F3-404B-AA3A-D5E4E4DA4A1A}" type="presParOf" srcId="{6F5920C7-4AEA-4A6F-97A1-580116F97D44}" destId="{F0979823-5026-4E9D-836D-631D4A6AFDB6}" srcOrd="6" destOrd="0" presId="urn:microsoft.com/office/officeart/2018/2/layout/IconVerticalSolidList"/>
    <dgm:cxn modelId="{122A73F0-5802-4CB5-83DA-FBA05B716BCF}" type="presParOf" srcId="{F0979823-5026-4E9D-836D-631D4A6AFDB6}" destId="{4BD591B9-626B-44C6-B618-0574AD8E88FC}" srcOrd="0" destOrd="0" presId="urn:microsoft.com/office/officeart/2018/2/layout/IconVerticalSolidList"/>
    <dgm:cxn modelId="{8E6B2398-51F6-4883-9A46-933F3380E52E}" type="presParOf" srcId="{F0979823-5026-4E9D-836D-631D4A6AFDB6}" destId="{050A3610-F8A9-46D2-A027-917D5ED274F2}" srcOrd="1" destOrd="0" presId="urn:microsoft.com/office/officeart/2018/2/layout/IconVerticalSolidList"/>
    <dgm:cxn modelId="{88722338-D617-45CA-9AB9-541540AE7551}" type="presParOf" srcId="{F0979823-5026-4E9D-836D-631D4A6AFDB6}" destId="{75412D34-A210-47BA-832F-63118CB5B1F7}" srcOrd="2" destOrd="0" presId="urn:microsoft.com/office/officeart/2018/2/layout/IconVerticalSolidList"/>
    <dgm:cxn modelId="{7B4978AF-A2B4-4243-885A-BF216BFEF26E}" type="presParOf" srcId="{F0979823-5026-4E9D-836D-631D4A6AFDB6}" destId="{78420144-FCDD-4387-8434-5C9F3169684F}" srcOrd="3" destOrd="0" presId="urn:microsoft.com/office/officeart/2018/2/layout/IconVerticalSolidList"/>
    <dgm:cxn modelId="{0D2DB487-7F7D-44EF-94CD-2332AC650FC9}" type="presParOf" srcId="{6F5920C7-4AEA-4A6F-97A1-580116F97D44}" destId="{F29D3BBC-F79F-4A39-9832-9E0565F2FFCC}" srcOrd="7" destOrd="0" presId="urn:microsoft.com/office/officeart/2018/2/layout/IconVerticalSolidList"/>
    <dgm:cxn modelId="{97F022A1-7672-42DC-8ED6-2030FEDF704F}" type="presParOf" srcId="{6F5920C7-4AEA-4A6F-97A1-580116F97D44}" destId="{4F5DF3D6-F047-475F-84F4-2DE23C3F2678}" srcOrd="8" destOrd="0" presId="urn:microsoft.com/office/officeart/2018/2/layout/IconVerticalSolidList"/>
    <dgm:cxn modelId="{2CBF5F80-56ED-4A8E-9045-28D42C24391D}" type="presParOf" srcId="{4F5DF3D6-F047-475F-84F4-2DE23C3F2678}" destId="{BEF54B4B-6649-43E0-9B37-0D6B876FCF8F}" srcOrd="0" destOrd="0" presId="urn:microsoft.com/office/officeart/2018/2/layout/IconVerticalSolidList"/>
    <dgm:cxn modelId="{3DB79432-33C5-4449-9E55-D51663F93E9A}" type="presParOf" srcId="{4F5DF3D6-F047-475F-84F4-2DE23C3F2678}" destId="{22916854-FF06-40DF-8CB5-77E66A3F50F0}" srcOrd="1" destOrd="0" presId="urn:microsoft.com/office/officeart/2018/2/layout/IconVerticalSolidList"/>
    <dgm:cxn modelId="{2853FC1F-F1AC-4EB3-BA42-79B950C617C7}" type="presParOf" srcId="{4F5DF3D6-F047-475F-84F4-2DE23C3F2678}" destId="{7D2EC3A2-0ADD-4BAF-9BEA-F51C4E32E077}" srcOrd="2" destOrd="0" presId="urn:microsoft.com/office/officeart/2018/2/layout/IconVerticalSolidList"/>
    <dgm:cxn modelId="{0024FAD5-64B1-4AA0-BED6-2A30AE2BF437}" type="presParOf" srcId="{4F5DF3D6-F047-475F-84F4-2DE23C3F2678}" destId="{2430E63D-91D5-4267-AC2D-EE43FC39CB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D2C67D-78B9-444B-AD5D-2374E2CEC45B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C8C51AA-526B-4EED-A7A3-7A96C32F27C8}">
      <dgm:prSet/>
      <dgm:spPr/>
      <dgm:t>
        <a:bodyPr/>
        <a:lstStyle/>
        <a:p>
          <a:r>
            <a:rPr lang="es-MX"/>
            <a:t>El análisis no tiene un solo objetivo.</a:t>
          </a:r>
          <a:endParaRPr lang="en-US"/>
        </a:p>
      </dgm:t>
    </dgm:pt>
    <dgm:pt modelId="{4A904710-52FD-456D-A528-DCEF06BA598C}" type="parTrans" cxnId="{4B00E699-64B0-496C-9FD7-B7FE0DDCF4E8}">
      <dgm:prSet/>
      <dgm:spPr/>
      <dgm:t>
        <a:bodyPr/>
        <a:lstStyle/>
        <a:p>
          <a:endParaRPr lang="en-US"/>
        </a:p>
      </dgm:t>
    </dgm:pt>
    <dgm:pt modelId="{758C29EB-E5A8-487A-AA64-0FE14700D206}" type="sibTrans" cxnId="{4B00E699-64B0-496C-9FD7-B7FE0DDCF4E8}">
      <dgm:prSet/>
      <dgm:spPr/>
      <dgm:t>
        <a:bodyPr/>
        <a:lstStyle/>
        <a:p>
          <a:endParaRPr lang="en-US"/>
        </a:p>
      </dgm:t>
    </dgm:pt>
    <dgm:pt modelId="{9046577E-A287-40DD-8B27-F9EC7DA150EB}">
      <dgm:prSet/>
      <dgm:spPr/>
      <dgm:t>
        <a:bodyPr/>
        <a:lstStyle/>
        <a:p>
          <a:r>
            <a:rPr lang="es-MX"/>
            <a:t>Requiere de más creatividad.</a:t>
          </a:r>
          <a:endParaRPr lang="en-US"/>
        </a:p>
      </dgm:t>
    </dgm:pt>
    <dgm:pt modelId="{10F98419-A270-40A3-979A-5D97922536AF}" type="parTrans" cxnId="{FBFAE210-E7C4-44E7-932D-7AFC336C9B40}">
      <dgm:prSet/>
      <dgm:spPr/>
      <dgm:t>
        <a:bodyPr/>
        <a:lstStyle/>
        <a:p>
          <a:endParaRPr lang="en-US"/>
        </a:p>
      </dgm:t>
    </dgm:pt>
    <dgm:pt modelId="{2A8D57CF-910E-48AE-83D3-70BF1A3F1D85}" type="sibTrans" cxnId="{FBFAE210-E7C4-44E7-932D-7AFC336C9B40}">
      <dgm:prSet/>
      <dgm:spPr/>
      <dgm:t>
        <a:bodyPr/>
        <a:lstStyle/>
        <a:p>
          <a:endParaRPr lang="en-US"/>
        </a:p>
      </dgm:t>
    </dgm:pt>
    <dgm:pt modelId="{E24D0CD4-E140-4C47-8213-CC679777097E}">
      <dgm:prSet/>
      <dgm:spPr/>
      <dgm:t>
        <a:bodyPr/>
        <a:lstStyle/>
        <a:p>
          <a:r>
            <a:rPr lang="es-MX"/>
            <a:t>Existen muchos más datos no etiquetados disponibles que datos etiquetados y limpios.</a:t>
          </a:r>
          <a:endParaRPr lang="en-US"/>
        </a:p>
      </dgm:t>
    </dgm:pt>
    <dgm:pt modelId="{7CF45EB4-D423-47F0-92DD-162DFFC6D046}" type="parTrans" cxnId="{256387D3-EA7D-43AD-B25D-8A38CA7E178C}">
      <dgm:prSet/>
      <dgm:spPr/>
      <dgm:t>
        <a:bodyPr/>
        <a:lstStyle/>
        <a:p>
          <a:endParaRPr lang="en-US"/>
        </a:p>
      </dgm:t>
    </dgm:pt>
    <dgm:pt modelId="{75112D94-D872-4681-91A0-0DC0995C1172}" type="sibTrans" cxnId="{256387D3-EA7D-43AD-B25D-8A38CA7E178C}">
      <dgm:prSet/>
      <dgm:spPr/>
      <dgm:t>
        <a:bodyPr/>
        <a:lstStyle/>
        <a:p>
          <a:endParaRPr lang="en-US"/>
        </a:p>
      </dgm:t>
    </dgm:pt>
    <dgm:pt modelId="{BD558FDC-10D3-4D6C-BF04-805EC539BB2B}" type="pres">
      <dgm:prSet presAssocID="{C0D2C67D-78B9-444B-AD5D-2374E2CEC45B}" presName="vert0" presStyleCnt="0">
        <dgm:presLayoutVars>
          <dgm:dir/>
          <dgm:animOne val="branch"/>
          <dgm:animLvl val="lvl"/>
        </dgm:presLayoutVars>
      </dgm:prSet>
      <dgm:spPr/>
    </dgm:pt>
    <dgm:pt modelId="{94B9225C-E0E0-47D6-910A-3824EA1CABCF}" type="pres">
      <dgm:prSet presAssocID="{AC8C51AA-526B-4EED-A7A3-7A96C32F27C8}" presName="thickLine" presStyleLbl="alignNode1" presStyleIdx="0" presStyleCnt="3"/>
      <dgm:spPr/>
    </dgm:pt>
    <dgm:pt modelId="{084A0313-99CE-4FE2-AE8A-3A4B12F60F36}" type="pres">
      <dgm:prSet presAssocID="{AC8C51AA-526B-4EED-A7A3-7A96C32F27C8}" presName="horz1" presStyleCnt="0"/>
      <dgm:spPr/>
    </dgm:pt>
    <dgm:pt modelId="{F58A4060-14D7-429E-9FF1-D515EF445C5C}" type="pres">
      <dgm:prSet presAssocID="{AC8C51AA-526B-4EED-A7A3-7A96C32F27C8}" presName="tx1" presStyleLbl="revTx" presStyleIdx="0" presStyleCnt="3"/>
      <dgm:spPr/>
    </dgm:pt>
    <dgm:pt modelId="{92D5F338-C55E-4D46-9AA3-4156A41D2BA0}" type="pres">
      <dgm:prSet presAssocID="{AC8C51AA-526B-4EED-A7A3-7A96C32F27C8}" presName="vert1" presStyleCnt="0"/>
      <dgm:spPr/>
    </dgm:pt>
    <dgm:pt modelId="{5AAC7217-9506-4B5E-A0A5-A125914C5C4E}" type="pres">
      <dgm:prSet presAssocID="{9046577E-A287-40DD-8B27-F9EC7DA150EB}" presName="thickLine" presStyleLbl="alignNode1" presStyleIdx="1" presStyleCnt="3"/>
      <dgm:spPr/>
    </dgm:pt>
    <dgm:pt modelId="{A21018D5-F56B-4FB6-BD22-67ABF8C33C37}" type="pres">
      <dgm:prSet presAssocID="{9046577E-A287-40DD-8B27-F9EC7DA150EB}" presName="horz1" presStyleCnt="0"/>
      <dgm:spPr/>
    </dgm:pt>
    <dgm:pt modelId="{AEE8D215-114F-4AF4-AC41-D37A68205B4D}" type="pres">
      <dgm:prSet presAssocID="{9046577E-A287-40DD-8B27-F9EC7DA150EB}" presName="tx1" presStyleLbl="revTx" presStyleIdx="1" presStyleCnt="3"/>
      <dgm:spPr/>
    </dgm:pt>
    <dgm:pt modelId="{B8A884CA-7CE9-4864-B02F-8F207DD129C2}" type="pres">
      <dgm:prSet presAssocID="{9046577E-A287-40DD-8B27-F9EC7DA150EB}" presName="vert1" presStyleCnt="0"/>
      <dgm:spPr/>
    </dgm:pt>
    <dgm:pt modelId="{98FB378F-92F0-4E8F-BD0F-A2267DBC350B}" type="pres">
      <dgm:prSet presAssocID="{E24D0CD4-E140-4C47-8213-CC679777097E}" presName="thickLine" presStyleLbl="alignNode1" presStyleIdx="2" presStyleCnt="3"/>
      <dgm:spPr/>
    </dgm:pt>
    <dgm:pt modelId="{85D7DF0C-B845-4BF6-B7CB-F441B95D6DCA}" type="pres">
      <dgm:prSet presAssocID="{E24D0CD4-E140-4C47-8213-CC679777097E}" presName="horz1" presStyleCnt="0"/>
      <dgm:spPr/>
    </dgm:pt>
    <dgm:pt modelId="{F8AAEC90-E42A-41EC-BC71-21EC77585935}" type="pres">
      <dgm:prSet presAssocID="{E24D0CD4-E140-4C47-8213-CC679777097E}" presName="tx1" presStyleLbl="revTx" presStyleIdx="2" presStyleCnt="3"/>
      <dgm:spPr/>
    </dgm:pt>
    <dgm:pt modelId="{C0732F6F-4349-4F4F-8B96-1DEDA3D5FBAF}" type="pres">
      <dgm:prSet presAssocID="{E24D0CD4-E140-4C47-8213-CC679777097E}" presName="vert1" presStyleCnt="0"/>
      <dgm:spPr/>
    </dgm:pt>
  </dgm:ptLst>
  <dgm:cxnLst>
    <dgm:cxn modelId="{FBFAE210-E7C4-44E7-932D-7AFC336C9B40}" srcId="{C0D2C67D-78B9-444B-AD5D-2374E2CEC45B}" destId="{9046577E-A287-40DD-8B27-F9EC7DA150EB}" srcOrd="1" destOrd="0" parTransId="{10F98419-A270-40A3-979A-5D97922536AF}" sibTransId="{2A8D57CF-910E-48AE-83D3-70BF1A3F1D85}"/>
    <dgm:cxn modelId="{7A45694E-C1A3-4CC3-A132-4B3C213FD427}" type="presOf" srcId="{9046577E-A287-40DD-8B27-F9EC7DA150EB}" destId="{AEE8D215-114F-4AF4-AC41-D37A68205B4D}" srcOrd="0" destOrd="0" presId="urn:microsoft.com/office/officeart/2008/layout/LinedList"/>
    <dgm:cxn modelId="{20612892-D203-46B9-ADBB-3C97BD63DCE7}" type="presOf" srcId="{AC8C51AA-526B-4EED-A7A3-7A96C32F27C8}" destId="{F58A4060-14D7-429E-9FF1-D515EF445C5C}" srcOrd="0" destOrd="0" presId="urn:microsoft.com/office/officeart/2008/layout/LinedList"/>
    <dgm:cxn modelId="{4B00E699-64B0-496C-9FD7-B7FE0DDCF4E8}" srcId="{C0D2C67D-78B9-444B-AD5D-2374E2CEC45B}" destId="{AC8C51AA-526B-4EED-A7A3-7A96C32F27C8}" srcOrd="0" destOrd="0" parTransId="{4A904710-52FD-456D-A528-DCEF06BA598C}" sibTransId="{758C29EB-E5A8-487A-AA64-0FE14700D206}"/>
    <dgm:cxn modelId="{4F53AAC6-BD1F-4C4C-BD55-2CF924C14592}" type="presOf" srcId="{E24D0CD4-E140-4C47-8213-CC679777097E}" destId="{F8AAEC90-E42A-41EC-BC71-21EC77585935}" srcOrd="0" destOrd="0" presId="urn:microsoft.com/office/officeart/2008/layout/LinedList"/>
    <dgm:cxn modelId="{AA29DFC9-74D3-49BC-BB2D-2ECE571D2A27}" type="presOf" srcId="{C0D2C67D-78B9-444B-AD5D-2374E2CEC45B}" destId="{BD558FDC-10D3-4D6C-BF04-805EC539BB2B}" srcOrd="0" destOrd="0" presId="urn:microsoft.com/office/officeart/2008/layout/LinedList"/>
    <dgm:cxn modelId="{256387D3-EA7D-43AD-B25D-8A38CA7E178C}" srcId="{C0D2C67D-78B9-444B-AD5D-2374E2CEC45B}" destId="{E24D0CD4-E140-4C47-8213-CC679777097E}" srcOrd="2" destOrd="0" parTransId="{7CF45EB4-D423-47F0-92DD-162DFFC6D046}" sibTransId="{75112D94-D872-4681-91A0-0DC0995C1172}"/>
    <dgm:cxn modelId="{FA1E113D-E0F4-473E-B890-3EB6601475B5}" type="presParOf" srcId="{BD558FDC-10D3-4D6C-BF04-805EC539BB2B}" destId="{94B9225C-E0E0-47D6-910A-3824EA1CABCF}" srcOrd="0" destOrd="0" presId="urn:microsoft.com/office/officeart/2008/layout/LinedList"/>
    <dgm:cxn modelId="{E722866C-849F-4F8C-83BE-C782D62B96DB}" type="presParOf" srcId="{BD558FDC-10D3-4D6C-BF04-805EC539BB2B}" destId="{084A0313-99CE-4FE2-AE8A-3A4B12F60F36}" srcOrd="1" destOrd="0" presId="urn:microsoft.com/office/officeart/2008/layout/LinedList"/>
    <dgm:cxn modelId="{4015BD03-8009-4F22-A03D-C4D50FFB224D}" type="presParOf" srcId="{084A0313-99CE-4FE2-AE8A-3A4B12F60F36}" destId="{F58A4060-14D7-429E-9FF1-D515EF445C5C}" srcOrd="0" destOrd="0" presId="urn:microsoft.com/office/officeart/2008/layout/LinedList"/>
    <dgm:cxn modelId="{EDD321F3-6B24-4A2C-8714-10B3E968CBC0}" type="presParOf" srcId="{084A0313-99CE-4FE2-AE8A-3A4B12F60F36}" destId="{92D5F338-C55E-4D46-9AA3-4156A41D2BA0}" srcOrd="1" destOrd="0" presId="urn:microsoft.com/office/officeart/2008/layout/LinedList"/>
    <dgm:cxn modelId="{961FD1FD-22D5-4074-A015-EB91103997E2}" type="presParOf" srcId="{BD558FDC-10D3-4D6C-BF04-805EC539BB2B}" destId="{5AAC7217-9506-4B5E-A0A5-A125914C5C4E}" srcOrd="2" destOrd="0" presId="urn:microsoft.com/office/officeart/2008/layout/LinedList"/>
    <dgm:cxn modelId="{93F26E46-1526-4FBF-9144-1EA2B5B5B07B}" type="presParOf" srcId="{BD558FDC-10D3-4D6C-BF04-805EC539BB2B}" destId="{A21018D5-F56B-4FB6-BD22-67ABF8C33C37}" srcOrd="3" destOrd="0" presId="urn:microsoft.com/office/officeart/2008/layout/LinedList"/>
    <dgm:cxn modelId="{642F2CFF-A760-4C25-B069-01FF159FE235}" type="presParOf" srcId="{A21018D5-F56B-4FB6-BD22-67ABF8C33C37}" destId="{AEE8D215-114F-4AF4-AC41-D37A68205B4D}" srcOrd="0" destOrd="0" presId="urn:microsoft.com/office/officeart/2008/layout/LinedList"/>
    <dgm:cxn modelId="{106D79A7-CC62-4B9F-BE1C-70AB1FD22389}" type="presParOf" srcId="{A21018D5-F56B-4FB6-BD22-67ABF8C33C37}" destId="{B8A884CA-7CE9-4864-B02F-8F207DD129C2}" srcOrd="1" destOrd="0" presId="urn:microsoft.com/office/officeart/2008/layout/LinedList"/>
    <dgm:cxn modelId="{54A68859-3F4C-40B1-BCA0-70EA6E7A10D8}" type="presParOf" srcId="{BD558FDC-10D3-4D6C-BF04-805EC539BB2B}" destId="{98FB378F-92F0-4E8F-BD0F-A2267DBC350B}" srcOrd="4" destOrd="0" presId="urn:microsoft.com/office/officeart/2008/layout/LinedList"/>
    <dgm:cxn modelId="{F40AB03F-0081-4B39-B0B2-1A4E9B028552}" type="presParOf" srcId="{BD558FDC-10D3-4D6C-BF04-805EC539BB2B}" destId="{85D7DF0C-B845-4BF6-B7CB-F441B95D6DCA}" srcOrd="5" destOrd="0" presId="urn:microsoft.com/office/officeart/2008/layout/LinedList"/>
    <dgm:cxn modelId="{E9500B12-64B1-4073-86E8-A4B09F9947BD}" type="presParOf" srcId="{85D7DF0C-B845-4BF6-B7CB-F441B95D6DCA}" destId="{F8AAEC90-E42A-41EC-BC71-21EC77585935}" srcOrd="0" destOrd="0" presId="urn:microsoft.com/office/officeart/2008/layout/LinedList"/>
    <dgm:cxn modelId="{2888DD1F-803B-423D-9166-A2D1A6AA6128}" type="presParOf" srcId="{85D7DF0C-B845-4BF6-B7CB-F441B95D6DCA}" destId="{C0732F6F-4349-4F4F-8B96-1DEDA3D5FB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4CA6AB1-7215-42F2-87DE-6F3D57BC5A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484B0D4-AE84-4E9E-884F-1AB1308DD8FD}">
      <dgm:prSet/>
      <dgm:spPr/>
      <dgm:t>
        <a:bodyPr/>
        <a:lstStyle/>
        <a:p>
          <a:r>
            <a:rPr lang="en-US"/>
            <a:t>El n</a:t>
          </a:r>
          <a:r>
            <a:rPr lang="es-MX"/>
            <a:t>úmero de clusters no es previamente conocido.</a:t>
          </a:r>
          <a:endParaRPr lang="en-US"/>
        </a:p>
      </dgm:t>
    </dgm:pt>
    <dgm:pt modelId="{BB17B594-9FB7-4BCE-845E-7C637CD76BDA}" type="parTrans" cxnId="{B53F7F60-5EF6-4C09-BA0E-9122BEAB28CD}">
      <dgm:prSet/>
      <dgm:spPr/>
      <dgm:t>
        <a:bodyPr/>
        <a:lstStyle/>
        <a:p>
          <a:endParaRPr lang="en-US"/>
        </a:p>
      </dgm:t>
    </dgm:pt>
    <dgm:pt modelId="{F531639D-112F-4B88-A9CE-26EF9083AD24}" type="sibTrans" cxnId="{B53F7F60-5EF6-4C09-BA0E-9122BEAB28CD}">
      <dgm:prSet/>
      <dgm:spPr/>
      <dgm:t>
        <a:bodyPr/>
        <a:lstStyle/>
        <a:p>
          <a:endParaRPr lang="en-US"/>
        </a:p>
      </dgm:t>
    </dgm:pt>
    <dgm:pt modelId="{02FE121E-CF2C-4615-AE2E-81F717D86818}">
      <dgm:prSet/>
      <dgm:spPr/>
      <dgm:t>
        <a:bodyPr/>
        <a:lstStyle/>
        <a:p>
          <a:r>
            <a:rPr lang="es-MX"/>
            <a:t>Crea una jerarquía de clusters.</a:t>
          </a:r>
          <a:endParaRPr lang="en-US"/>
        </a:p>
      </dgm:t>
    </dgm:pt>
    <dgm:pt modelId="{D37640A7-B351-4FFA-ABF3-0EE442CD7CBD}" type="parTrans" cxnId="{31778FFA-68CB-4520-A1E0-82C3BA47B819}">
      <dgm:prSet/>
      <dgm:spPr/>
      <dgm:t>
        <a:bodyPr/>
        <a:lstStyle/>
        <a:p>
          <a:endParaRPr lang="en-US"/>
        </a:p>
      </dgm:t>
    </dgm:pt>
    <dgm:pt modelId="{78B6FA5A-F2C6-49A9-B1FA-40149D5DF01A}" type="sibTrans" cxnId="{31778FFA-68CB-4520-A1E0-82C3BA47B819}">
      <dgm:prSet/>
      <dgm:spPr/>
      <dgm:t>
        <a:bodyPr/>
        <a:lstStyle/>
        <a:p>
          <a:endParaRPr lang="en-US"/>
        </a:p>
      </dgm:t>
    </dgm:pt>
    <dgm:pt modelId="{F697F2DB-ED9A-48EA-98F4-B0D09D97871E}">
      <dgm:prSet/>
      <dgm:spPr/>
      <dgm:t>
        <a:bodyPr/>
        <a:lstStyle/>
        <a:p>
          <a:r>
            <a:rPr lang="es-MX"/>
            <a:t>Existe “Bottom up” y “Top down”.</a:t>
          </a:r>
          <a:endParaRPr lang="en-US"/>
        </a:p>
      </dgm:t>
    </dgm:pt>
    <dgm:pt modelId="{F74DF0F5-DC69-4A5A-B205-23BD5CD9AC16}" type="parTrans" cxnId="{1D4C6DBA-C172-4775-A48F-2FA502219AE5}">
      <dgm:prSet/>
      <dgm:spPr/>
      <dgm:t>
        <a:bodyPr/>
        <a:lstStyle/>
        <a:p>
          <a:endParaRPr lang="en-US"/>
        </a:p>
      </dgm:t>
    </dgm:pt>
    <dgm:pt modelId="{9DF5C510-22C6-423C-AEE0-BAAA2D586A06}" type="sibTrans" cxnId="{1D4C6DBA-C172-4775-A48F-2FA502219AE5}">
      <dgm:prSet/>
      <dgm:spPr/>
      <dgm:t>
        <a:bodyPr/>
        <a:lstStyle/>
        <a:p>
          <a:endParaRPr lang="en-US"/>
        </a:p>
      </dgm:t>
    </dgm:pt>
    <dgm:pt modelId="{311D76D2-39CB-4D87-AAD8-C28A3DCC0C16}">
      <dgm:prSet/>
      <dgm:spPr/>
      <dgm:t>
        <a:bodyPr/>
        <a:lstStyle/>
        <a:p>
          <a:r>
            <a:rPr lang="es-MX"/>
            <a:t>El “Bottom up” empieza por las observaciones.</a:t>
          </a:r>
          <a:endParaRPr lang="en-US"/>
        </a:p>
      </dgm:t>
    </dgm:pt>
    <dgm:pt modelId="{D5D12387-ADFA-4C2E-A991-FD7D222FCC8E}" type="parTrans" cxnId="{01AFD293-C0C7-4D59-A631-BB9849DFE382}">
      <dgm:prSet/>
      <dgm:spPr/>
      <dgm:t>
        <a:bodyPr/>
        <a:lstStyle/>
        <a:p>
          <a:endParaRPr lang="en-US"/>
        </a:p>
      </dgm:t>
    </dgm:pt>
    <dgm:pt modelId="{053EA8F9-A7BE-46C8-B910-9D5DF36312F9}" type="sibTrans" cxnId="{01AFD293-C0C7-4D59-A631-BB9849DFE382}">
      <dgm:prSet/>
      <dgm:spPr/>
      <dgm:t>
        <a:bodyPr/>
        <a:lstStyle/>
        <a:p>
          <a:endParaRPr lang="en-US"/>
        </a:p>
      </dgm:t>
    </dgm:pt>
    <dgm:pt modelId="{BE4FE7A4-8C13-43C2-BB44-C6D3036D7DA5}" type="pres">
      <dgm:prSet presAssocID="{14CA6AB1-7215-42F2-87DE-6F3D57BC5AD6}" presName="root" presStyleCnt="0">
        <dgm:presLayoutVars>
          <dgm:dir/>
          <dgm:resizeHandles val="exact"/>
        </dgm:presLayoutVars>
      </dgm:prSet>
      <dgm:spPr/>
    </dgm:pt>
    <dgm:pt modelId="{FE0D9236-B679-4033-9C09-49572E19F92F}" type="pres">
      <dgm:prSet presAssocID="{C484B0D4-AE84-4E9E-884F-1AB1308DD8FD}" presName="compNode" presStyleCnt="0"/>
      <dgm:spPr/>
    </dgm:pt>
    <dgm:pt modelId="{9920C678-AA82-4988-919D-87AA32273572}" type="pres">
      <dgm:prSet presAssocID="{C484B0D4-AE84-4E9E-884F-1AB1308DD8FD}" presName="bgRect" presStyleLbl="bgShp" presStyleIdx="0" presStyleCnt="3"/>
      <dgm:spPr/>
    </dgm:pt>
    <dgm:pt modelId="{935B5B0B-84D1-478A-8387-CCA0FEDF9090}" type="pres">
      <dgm:prSet presAssocID="{C484B0D4-AE84-4E9E-884F-1AB1308DD8F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08FE1BD-1E52-4ADA-8C51-DACD12C8CF0C}" type="pres">
      <dgm:prSet presAssocID="{C484B0D4-AE84-4E9E-884F-1AB1308DD8FD}" presName="spaceRect" presStyleCnt="0"/>
      <dgm:spPr/>
    </dgm:pt>
    <dgm:pt modelId="{240EA3C0-5519-40AF-9783-3EF3DF6FD9AE}" type="pres">
      <dgm:prSet presAssocID="{C484B0D4-AE84-4E9E-884F-1AB1308DD8FD}" presName="parTx" presStyleLbl="revTx" presStyleIdx="0" presStyleCnt="4">
        <dgm:presLayoutVars>
          <dgm:chMax val="0"/>
          <dgm:chPref val="0"/>
        </dgm:presLayoutVars>
      </dgm:prSet>
      <dgm:spPr/>
    </dgm:pt>
    <dgm:pt modelId="{49841ACA-4DA7-42B6-B3A2-74E035AC56F6}" type="pres">
      <dgm:prSet presAssocID="{F531639D-112F-4B88-A9CE-26EF9083AD24}" presName="sibTrans" presStyleCnt="0"/>
      <dgm:spPr/>
    </dgm:pt>
    <dgm:pt modelId="{007A0572-3FBE-4F25-BE65-A17A9D9F7932}" type="pres">
      <dgm:prSet presAssocID="{02FE121E-CF2C-4615-AE2E-81F717D86818}" presName="compNode" presStyleCnt="0"/>
      <dgm:spPr/>
    </dgm:pt>
    <dgm:pt modelId="{FADC245F-5A4C-4683-AD7A-F2D2DB7CD363}" type="pres">
      <dgm:prSet presAssocID="{02FE121E-CF2C-4615-AE2E-81F717D86818}" presName="bgRect" presStyleLbl="bgShp" presStyleIdx="1" presStyleCnt="3"/>
      <dgm:spPr/>
    </dgm:pt>
    <dgm:pt modelId="{2DEE05D1-AE10-4B96-A322-7786DFCAF671}" type="pres">
      <dgm:prSet presAssocID="{02FE121E-CF2C-4615-AE2E-81F717D8681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801B6AB6-E4EB-4AE1-A644-D4A407619FF8}" type="pres">
      <dgm:prSet presAssocID="{02FE121E-CF2C-4615-AE2E-81F717D86818}" presName="spaceRect" presStyleCnt="0"/>
      <dgm:spPr/>
    </dgm:pt>
    <dgm:pt modelId="{1A408B9B-FBB9-428E-88E6-07691C51792B}" type="pres">
      <dgm:prSet presAssocID="{02FE121E-CF2C-4615-AE2E-81F717D86818}" presName="parTx" presStyleLbl="revTx" presStyleIdx="1" presStyleCnt="4">
        <dgm:presLayoutVars>
          <dgm:chMax val="0"/>
          <dgm:chPref val="0"/>
        </dgm:presLayoutVars>
      </dgm:prSet>
      <dgm:spPr/>
    </dgm:pt>
    <dgm:pt modelId="{A2B4751B-B123-41B6-9727-D2D259CA7D54}" type="pres">
      <dgm:prSet presAssocID="{78B6FA5A-F2C6-49A9-B1FA-40149D5DF01A}" presName="sibTrans" presStyleCnt="0"/>
      <dgm:spPr/>
    </dgm:pt>
    <dgm:pt modelId="{AEF82FF6-5189-4676-B686-C37FE99D0BFE}" type="pres">
      <dgm:prSet presAssocID="{F697F2DB-ED9A-48EA-98F4-B0D09D97871E}" presName="compNode" presStyleCnt="0"/>
      <dgm:spPr/>
    </dgm:pt>
    <dgm:pt modelId="{5C0962E3-B570-492D-82B3-60392EED84CC}" type="pres">
      <dgm:prSet presAssocID="{F697F2DB-ED9A-48EA-98F4-B0D09D97871E}" presName="bgRect" presStyleLbl="bgShp" presStyleIdx="2" presStyleCnt="3"/>
      <dgm:spPr/>
    </dgm:pt>
    <dgm:pt modelId="{35C128EC-412A-49A2-A0C0-8A3B7069451F}" type="pres">
      <dgm:prSet presAssocID="{F697F2DB-ED9A-48EA-98F4-B0D09D97871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34D89A2E-0073-4781-91A1-CB59F44E4195}" type="pres">
      <dgm:prSet presAssocID="{F697F2DB-ED9A-48EA-98F4-B0D09D97871E}" presName="spaceRect" presStyleCnt="0"/>
      <dgm:spPr/>
    </dgm:pt>
    <dgm:pt modelId="{C7EA6D69-CBC1-4284-A1A6-BA3A88823A82}" type="pres">
      <dgm:prSet presAssocID="{F697F2DB-ED9A-48EA-98F4-B0D09D97871E}" presName="parTx" presStyleLbl="revTx" presStyleIdx="2" presStyleCnt="4">
        <dgm:presLayoutVars>
          <dgm:chMax val="0"/>
          <dgm:chPref val="0"/>
        </dgm:presLayoutVars>
      </dgm:prSet>
      <dgm:spPr/>
    </dgm:pt>
    <dgm:pt modelId="{3DDC09AF-DFE8-4E19-BEE2-D50E24B29FD4}" type="pres">
      <dgm:prSet presAssocID="{F697F2DB-ED9A-48EA-98F4-B0D09D97871E}" presName="desTx" presStyleLbl="revTx" presStyleIdx="3" presStyleCnt="4">
        <dgm:presLayoutVars/>
      </dgm:prSet>
      <dgm:spPr/>
    </dgm:pt>
  </dgm:ptLst>
  <dgm:cxnLst>
    <dgm:cxn modelId="{B53F7F60-5EF6-4C09-BA0E-9122BEAB28CD}" srcId="{14CA6AB1-7215-42F2-87DE-6F3D57BC5AD6}" destId="{C484B0D4-AE84-4E9E-884F-1AB1308DD8FD}" srcOrd="0" destOrd="0" parTransId="{BB17B594-9FB7-4BCE-845E-7C637CD76BDA}" sibTransId="{F531639D-112F-4B88-A9CE-26EF9083AD24}"/>
    <dgm:cxn modelId="{C3B3566E-8573-492E-ACD9-E91A73653B88}" type="presOf" srcId="{311D76D2-39CB-4D87-AAD8-C28A3DCC0C16}" destId="{3DDC09AF-DFE8-4E19-BEE2-D50E24B29FD4}" srcOrd="0" destOrd="0" presId="urn:microsoft.com/office/officeart/2018/2/layout/IconVerticalSolidList"/>
    <dgm:cxn modelId="{A6CE7577-89F1-4D76-80B8-DD0323C8928F}" type="presOf" srcId="{02FE121E-CF2C-4615-AE2E-81F717D86818}" destId="{1A408B9B-FBB9-428E-88E6-07691C51792B}" srcOrd="0" destOrd="0" presId="urn:microsoft.com/office/officeart/2018/2/layout/IconVerticalSolidList"/>
    <dgm:cxn modelId="{47773085-22B0-49A8-9E72-A24F9E8519A2}" type="presOf" srcId="{C484B0D4-AE84-4E9E-884F-1AB1308DD8FD}" destId="{240EA3C0-5519-40AF-9783-3EF3DF6FD9AE}" srcOrd="0" destOrd="0" presId="urn:microsoft.com/office/officeart/2018/2/layout/IconVerticalSolidList"/>
    <dgm:cxn modelId="{01AFD293-C0C7-4D59-A631-BB9849DFE382}" srcId="{F697F2DB-ED9A-48EA-98F4-B0D09D97871E}" destId="{311D76D2-39CB-4D87-AAD8-C28A3DCC0C16}" srcOrd="0" destOrd="0" parTransId="{D5D12387-ADFA-4C2E-A991-FD7D222FCC8E}" sibTransId="{053EA8F9-A7BE-46C8-B910-9D5DF36312F9}"/>
    <dgm:cxn modelId="{6FF2FCB7-9F39-40EE-9E29-0D4F8EF11BEC}" type="presOf" srcId="{F697F2DB-ED9A-48EA-98F4-B0D09D97871E}" destId="{C7EA6D69-CBC1-4284-A1A6-BA3A88823A82}" srcOrd="0" destOrd="0" presId="urn:microsoft.com/office/officeart/2018/2/layout/IconVerticalSolidList"/>
    <dgm:cxn modelId="{1D4C6DBA-C172-4775-A48F-2FA502219AE5}" srcId="{14CA6AB1-7215-42F2-87DE-6F3D57BC5AD6}" destId="{F697F2DB-ED9A-48EA-98F4-B0D09D97871E}" srcOrd="2" destOrd="0" parTransId="{F74DF0F5-DC69-4A5A-B205-23BD5CD9AC16}" sibTransId="{9DF5C510-22C6-423C-AEE0-BAAA2D586A06}"/>
    <dgm:cxn modelId="{49C43DE8-293C-4737-BFFF-A7BDAC0A6BC8}" type="presOf" srcId="{14CA6AB1-7215-42F2-87DE-6F3D57BC5AD6}" destId="{BE4FE7A4-8C13-43C2-BB44-C6D3036D7DA5}" srcOrd="0" destOrd="0" presId="urn:microsoft.com/office/officeart/2018/2/layout/IconVerticalSolidList"/>
    <dgm:cxn modelId="{31778FFA-68CB-4520-A1E0-82C3BA47B819}" srcId="{14CA6AB1-7215-42F2-87DE-6F3D57BC5AD6}" destId="{02FE121E-CF2C-4615-AE2E-81F717D86818}" srcOrd="1" destOrd="0" parTransId="{D37640A7-B351-4FFA-ABF3-0EE442CD7CBD}" sibTransId="{78B6FA5A-F2C6-49A9-B1FA-40149D5DF01A}"/>
    <dgm:cxn modelId="{9EB57998-C76C-481D-B4EE-DD4093DB9A97}" type="presParOf" srcId="{BE4FE7A4-8C13-43C2-BB44-C6D3036D7DA5}" destId="{FE0D9236-B679-4033-9C09-49572E19F92F}" srcOrd="0" destOrd="0" presId="urn:microsoft.com/office/officeart/2018/2/layout/IconVerticalSolidList"/>
    <dgm:cxn modelId="{8E95EF5B-693B-4DFC-AC22-C77A81B2E956}" type="presParOf" srcId="{FE0D9236-B679-4033-9C09-49572E19F92F}" destId="{9920C678-AA82-4988-919D-87AA32273572}" srcOrd="0" destOrd="0" presId="urn:microsoft.com/office/officeart/2018/2/layout/IconVerticalSolidList"/>
    <dgm:cxn modelId="{90EE5F81-2367-40F9-9ACB-647A3A35A61A}" type="presParOf" srcId="{FE0D9236-B679-4033-9C09-49572E19F92F}" destId="{935B5B0B-84D1-478A-8387-CCA0FEDF9090}" srcOrd="1" destOrd="0" presId="urn:microsoft.com/office/officeart/2018/2/layout/IconVerticalSolidList"/>
    <dgm:cxn modelId="{CA274BCA-10AC-4614-94FA-60194F8B5F60}" type="presParOf" srcId="{FE0D9236-B679-4033-9C09-49572E19F92F}" destId="{708FE1BD-1E52-4ADA-8C51-DACD12C8CF0C}" srcOrd="2" destOrd="0" presId="urn:microsoft.com/office/officeart/2018/2/layout/IconVerticalSolidList"/>
    <dgm:cxn modelId="{A691D5D6-78E5-4CC1-8EAD-4BAD7247B0FD}" type="presParOf" srcId="{FE0D9236-B679-4033-9C09-49572E19F92F}" destId="{240EA3C0-5519-40AF-9783-3EF3DF6FD9AE}" srcOrd="3" destOrd="0" presId="urn:microsoft.com/office/officeart/2018/2/layout/IconVerticalSolidList"/>
    <dgm:cxn modelId="{F9FFC38B-8DB8-4D16-B567-FE6466114F72}" type="presParOf" srcId="{BE4FE7A4-8C13-43C2-BB44-C6D3036D7DA5}" destId="{49841ACA-4DA7-42B6-B3A2-74E035AC56F6}" srcOrd="1" destOrd="0" presId="urn:microsoft.com/office/officeart/2018/2/layout/IconVerticalSolidList"/>
    <dgm:cxn modelId="{65D8C9E0-046A-4303-8FD7-E6984E4067E8}" type="presParOf" srcId="{BE4FE7A4-8C13-43C2-BB44-C6D3036D7DA5}" destId="{007A0572-3FBE-4F25-BE65-A17A9D9F7932}" srcOrd="2" destOrd="0" presId="urn:microsoft.com/office/officeart/2018/2/layout/IconVerticalSolidList"/>
    <dgm:cxn modelId="{DF705C56-296C-43E0-A48F-790BDC919655}" type="presParOf" srcId="{007A0572-3FBE-4F25-BE65-A17A9D9F7932}" destId="{FADC245F-5A4C-4683-AD7A-F2D2DB7CD363}" srcOrd="0" destOrd="0" presId="urn:microsoft.com/office/officeart/2018/2/layout/IconVerticalSolidList"/>
    <dgm:cxn modelId="{33FC5052-F644-4AC0-8766-07800745C0D9}" type="presParOf" srcId="{007A0572-3FBE-4F25-BE65-A17A9D9F7932}" destId="{2DEE05D1-AE10-4B96-A322-7786DFCAF671}" srcOrd="1" destOrd="0" presId="urn:microsoft.com/office/officeart/2018/2/layout/IconVerticalSolidList"/>
    <dgm:cxn modelId="{C9FD28A7-67D5-49A3-868C-7031C2030A14}" type="presParOf" srcId="{007A0572-3FBE-4F25-BE65-A17A9D9F7932}" destId="{801B6AB6-E4EB-4AE1-A644-D4A407619FF8}" srcOrd="2" destOrd="0" presId="urn:microsoft.com/office/officeart/2018/2/layout/IconVerticalSolidList"/>
    <dgm:cxn modelId="{3D57D9BF-CC53-4BAD-9BDB-DD5858004B06}" type="presParOf" srcId="{007A0572-3FBE-4F25-BE65-A17A9D9F7932}" destId="{1A408B9B-FBB9-428E-88E6-07691C51792B}" srcOrd="3" destOrd="0" presId="urn:microsoft.com/office/officeart/2018/2/layout/IconVerticalSolidList"/>
    <dgm:cxn modelId="{8A617A62-35C2-48E5-B94E-FA25399FD606}" type="presParOf" srcId="{BE4FE7A4-8C13-43C2-BB44-C6D3036D7DA5}" destId="{A2B4751B-B123-41B6-9727-D2D259CA7D54}" srcOrd="3" destOrd="0" presId="urn:microsoft.com/office/officeart/2018/2/layout/IconVerticalSolidList"/>
    <dgm:cxn modelId="{6B937E42-F5FB-401A-AA67-3FA905BFD27A}" type="presParOf" srcId="{BE4FE7A4-8C13-43C2-BB44-C6D3036D7DA5}" destId="{AEF82FF6-5189-4676-B686-C37FE99D0BFE}" srcOrd="4" destOrd="0" presId="urn:microsoft.com/office/officeart/2018/2/layout/IconVerticalSolidList"/>
    <dgm:cxn modelId="{00E54D09-7BF6-4158-8737-A058562019A4}" type="presParOf" srcId="{AEF82FF6-5189-4676-B686-C37FE99D0BFE}" destId="{5C0962E3-B570-492D-82B3-60392EED84CC}" srcOrd="0" destOrd="0" presId="urn:microsoft.com/office/officeart/2018/2/layout/IconVerticalSolidList"/>
    <dgm:cxn modelId="{FDF2DDDB-2076-43B1-9A27-ECEE66DB8DF4}" type="presParOf" srcId="{AEF82FF6-5189-4676-B686-C37FE99D0BFE}" destId="{35C128EC-412A-49A2-A0C0-8A3B7069451F}" srcOrd="1" destOrd="0" presId="urn:microsoft.com/office/officeart/2018/2/layout/IconVerticalSolidList"/>
    <dgm:cxn modelId="{C0B6B091-08BD-4185-9ADF-07CF1C4B503D}" type="presParOf" srcId="{AEF82FF6-5189-4676-B686-C37FE99D0BFE}" destId="{34D89A2E-0073-4781-91A1-CB59F44E4195}" srcOrd="2" destOrd="0" presId="urn:microsoft.com/office/officeart/2018/2/layout/IconVerticalSolidList"/>
    <dgm:cxn modelId="{01C8F127-26BB-43E8-8F36-78C60531F15D}" type="presParOf" srcId="{AEF82FF6-5189-4676-B686-C37FE99D0BFE}" destId="{C7EA6D69-CBC1-4284-A1A6-BA3A88823A82}" srcOrd="3" destOrd="0" presId="urn:microsoft.com/office/officeart/2018/2/layout/IconVerticalSolidList"/>
    <dgm:cxn modelId="{5D0364E3-3969-4793-8CEB-E49578282524}" type="presParOf" srcId="{AEF82FF6-5189-4676-B686-C37FE99D0BFE}" destId="{3DDC09AF-DFE8-4E19-BEE2-D50E24B29FD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00260-A028-4E34-9F01-9D44FF1E7CF8}">
      <dsp:nvSpPr>
        <dsp:cNvPr id="0" name=""/>
        <dsp:cNvSpPr/>
      </dsp:nvSpPr>
      <dsp:spPr>
        <a:xfrm>
          <a:off x="0" y="3827"/>
          <a:ext cx="6266011" cy="8153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DE645-9262-4C09-B956-26E7CDB369DE}">
      <dsp:nvSpPr>
        <dsp:cNvPr id="0" name=""/>
        <dsp:cNvSpPr/>
      </dsp:nvSpPr>
      <dsp:spPr>
        <a:xfrm>
          <a:off x="246632" y="187273"/>
          <a:ext cx="448423" cy="4484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29A4D4-B162-4AFA-A7E1-42D5BB58BB61}">
      <dsp:nvSpPr>
        <dsp:cNvPr id="0" name=""/>
        <dsp:cNvSpPr/>
      </dsp:nvSpPr>
      <dsp:spPr>
        <a:xfrm>
          <a:off x="941689" y="3827"/>
          <a:ext cx="5324321" cy="815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288" tIns="86288" rIns="86288" bIns="86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Clasificación de animales y plantas.</a:t>
          </a:r>
          <a:endParaRPr lang="en-US" sz="1900" kern="1200"/>
        </a:p>
      </dsp:txBody>
      <dsp:txXfrm>
        <a:off x="941689" y="3827"/>
        <a:ext cx="5324321" cy="815315"/>
      </dsp:txXfrm>
    </dsp:sp>
    <dsp:sp modelId="{12B25C80-E0FB-4B1B-A659-2E95E1A642D6}">
      <dsp:nvSpPr>
        <dsp:cNvPr id="0" name=""/>
        <dsp:cNvSpPr/>
      </dsp:nvSpPr>
      <dsp:spPr>
        <a:xfrm>
          <a:off x="0" y="1022971"/>
          <a:ext cx="6266011" cy="8153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F861C7-4125-4C9D-AAE6-32897B463CD4}">
      <dsp:nvSpPr>
        <dsp:cNvPr id="0" name=""/>
        <dsp:cNvSpPr/>
      </dsp:nvSpPr>
      <dsp:spPr>
        <a:xfrm>
          <a:off x="246632" y="1206417"/>
          <a:ext cx="448423" cy="4484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1F6D58-6EAC-46C1-9F50-E4689AB4DEBD}">
      <dsp:nvSpPr>
        <dsp:cNvPr id="0" name=""/>
        <dsp:cNvSpPr/>
      </dsp:nvSpPr>
      <dsp:spPr>
        <a:xfrm>
          <a:off x="941689" y="1022971"/>
          <a:ext cx="5324321" cy="815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288" tIns="86288" rIns="86288" bIns="86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Identificación de enfermedades.</a:t>
          </a:r>
          <a:endParaRPr lang="en-US" sz="1900" kern="1200"/>
        </a:p>
      </dsp:txBody>
      <dsp:txXfrm>
        <a:off x="941689" y="1022971"/>
        <a:ext cx="5324321" cy="815315"/>
      </dsp:txXfrm>
    </dsp:sp>
    <dsp:sp modelId="{AB8C8874-67FC-432A-8C97-E748B225233E}">
      <dsp:nvSpPr>
        <dsp:cNvPr id="0" name=""/>
        <dsp:cNvSpPr/>
      </dsp:nvSpPr>
      <dsp:spPr>
        <a:xfrm>
          <a:off x="0" y="2042115"/>
          <a:ext cx="6266011" cy="8153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31BF95-5AD2-476A-B13D-13559127BD29}">
      <dsp:nvSpPr>
        <dsp:cNvPr id="0" name=""/>
        <dsp:cNvSpPr/>
      </dsp:nvSpPr>
      <dsp:spPr>
        <a:xfrm>
          <a:off x="246632" y="2225561"/>
          <a:ext cx="448423" cy="4484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4CAE82-5545-4C1E-8DA0-3C430C42F3A8}">
      <dsp:nvSpPr>
        <dsp:cNvPr id="0" name=""/>
        <dsp:cNvSpPr/>
      </dsp:nvSpPr>
      <dsp:spPr>
        <a:xfrm>
          <a:off x="941689" y="2042115"/>
          <a:ext cx="5324321" cy="815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288" tIns="86288" rIns="86288" bIns="86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Segmentación de mercados.</a:t>
          </a:r>
          <a:endParaRPr lang="en-US" sz="1900" kern="1200"/>
        </a:p>
      </dsp:txBody>
      <dsp:txXfrm>
        <a:off x="941689" y="2042115"/>
        <a:ext cx="5324321" cy="815315"/>
      </dsp:txXfrm>
    </dsp:sp>
    <dsp:sp modelId="{4BD591B9-626B-44C6-B618-0574AD8E88FC}">
      <dsp:nvSpPr>
        <dsp:cNvPr id="0" name=""/>
        <dsp:cNvSpPr/>
      </dsp:nvSpPr>
      <dsp:spPr>
        <a:xfrm>
          <a:off x="0" y="3061259"/>
          <a:ext cx="6266011" cy="8153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0A3610-F8A9-46D2-A027-917D5ED274F2}">
      <dsp:nvSpPr>
        <dsp:cNvPr id="0" name=""/>
        <dsp:cNvSpPr/>
      </dsp:nvSpPr>
      <dsp:spPr>
        <a:xfrm>
          <a:off x="246632" y="3244705"/>
          <a:ext cx="448423" cy="4484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420144-FCDD-4387-8434-5C9F3169684F}">
      <dsp:nvSpPr>
        <dsp:cNvPr id="0" name=""/>
        <dsp:cNvSpPr/>
      </dsp:nvSpPr>
      <dsp:spPr>
        <a:xfrm>
          <a:off x="941689" y="3061259"/>
          <a:ext cx="5324321" cy="815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288" tIns="86288" rIns="86288" bIns="86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Detección de fraudes de tarjeta de crédito.</a:t>
          </a:r>
          <a:endParaRPr lang="en-US" sz="1900" kern="1200"/>
        </a:p>
      </dsp:txBody>
      <dsp:txXfrm>
        <a:off x="941689" y="3061259"/>
        <a:ext cx="5324321" cy="815315"/>
      </dsp:txXfrm>
    </dsp:sp>
    <dsp:sp modelId="{BEF54B4B-6649-43E0-9B37-0D6B876FCF8F}">
      <dsp:nvSpPr>
        <dsp:cNvPr id="0" name=""/>
        <dsp:cNvSpPr/>
      </dsp:nvSpPr>
      <dsp:spPr>
        <a:xfrm>
          <a:off x="0" y="4080403"/>
          <a:ext cx="6266011" cy="8153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16854-FF06-40DF-8CB5-77E66A3F50F0}">
      <dsp:nvSpPr>
        <dsp:cNvPr id="0" name=""/>
        <dsp:cNvSpPr/>
      </dsp:nvSpPr>
      <dsp:spPr>
        <a:xfrm>
          <a:off x="246632" y="4263849"/>
          <a:ext cx="448423" cy="4484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0E63D-91D5-4267-AC2D-EE43FC39CB1A}">
      <dsp:nvSpPr>
        <dsp:cNvPr id="0" name=""/>
        <dsp:cNvSpPr/>
      </dsp:nvSpPr>
      <dsp:spPr>
        <a:xfrm>
          <a:off x="941689" y="4080403"/>
          <a:ext cx="5324321" cy="815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288" tIns="86288" rIns="86288" bIns="86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Detección automática de patrones.</a:t>
          </a:r>
          <a:endParaRPr lang="en-US" sz="1900" kern="1200"/>
        </a:p>
      </dsp:txBody>
      <dsp:txXfrm>
        <a:off x="941689" y="4080403"/>
        <a:ext cx="5324321" cy="8153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9225C-E0E0-47D6-910A-3824EA1CABCF}">
      <dsp:nvSpPr>
        <dsp:cNvPr id="0" name=""/>
        <dsp:cNvSpPr/>
      </dsp:nvSpPr>
      <dsp:spPr>
        <a:xfrm>
          <a:off x="0" y="2392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8A4060-14D7-429E-9FF1-D515EF445C5C}">
      <dsp:nvSpPr>
        <dsp:cNvPr id="0" name=""/>
        <dsp:cNvSpPr/>
      </dsp:nvSpPr>
      <dsp:spPr>
        <a:xfrm>
          <a:off x="0" y="2392"/>
          <a:ext cx="6266011" cy="163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300" kern="1200"/>
            <a:t>El análisis no tiene un solo objetivo.</a:t>
          </a:r>
          <a:endParaRPr lang="en-US" sz="3300" kern="1200"/>
        </a:p>
      </dsp:txBody>
      <dsp:txXfrm>
        <a:off x="0" y="2392"/>
        <a:ext cx="6266011" cy="1631587"/>
      </dsp:txXfrm>
    </dsp:sp>
    <dsp:sp modelId="{5AAC7217-9506-4B5E-A0A5-A125914C5C4E}">
      <dsp:nvSpPr>
        <dsp:cNvPr id="0" name=""/>
        <dsp:cNvSpPr/>
      </dsp:nvSpPr>
      <dsp:spPr>
        <a:xfrm>
          <a:off x="0" y="1633979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758811"/>
                <a:satOff val="3868"/>
                <a:lumOff val="3530"/>
                <a:alphaOff val="0"/>
                <a:tint val="96000"/>
                <a:lumMod val="104000"/>
              </a:schemeClr>
            </a:gs>
            <a:gs pos="100000">
              <a:schemeClr val="accent2">
                <a:hueOff val="-758811"/>
                <a:satOff val="3868"/>
                <a:lumOff val="353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758811"/>
              <a:satOff val="3868"/>
              <a:lumOff val="353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E8D215-114F-4AF4-AC41-D37A68205B4D}">
      <dsp:nvSpPr>
        <dsp:cNvPr id="0" name=""/>
        <dsp:cNvSpPr/>
      </dsp:nvSpPr>
      <dsp:spPr>
        <a:xfrm>
          <a:off x="0" y="1633979"/>
          <a:ext cx="6266011" cy="163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300" kern="1200"/>
            <a:t>Requiere de más creatividad.</a:t>
          </a:r>
          <a:endParaRPr lang="en-US" sz="3300" kern="1200"/>
        </a:p>
      </dsp:txBody>
      <dsp:txXfrm>
        <a:off x="0" y="1633979"/>
        <a:ext cx="6266011" cy="1631587"/>
      </dsp:txXfrm>
    </dsp:sp>
    <dsp:sp modelId="{98FB378F-92F0-4E8F-BD0F-A2267DBC350B}">
      <dsp:nvSpPr>
        <dsp:cNvPr id="0" name=""/>
        <dsp:cNvSpPr/>
      </dsp:nvSpPr>
      <dsp:spPr>
        <a:xfrm>
          <a:off x="0" y="3265567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1517622"/>
                <a:satOff val="7735"/>
                <a:lumOff val="7060"/>
                <a:alphaOff val="0"/>
                <a:tint val="96000"/>
                <a:lumMod val="104000"/>
              </a:schemeClr>
            </a:gs>
            <a:gs pos="100000">
              <a:schemeClr val="accent2">
                <a:hueOff val="-1517622"/>
                <a:satOff val="7735"/>
                <a:lumOff val="706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517622"/>
              <a:satOff val="7735"/>
              <a:lumOff val="706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AAEC90-E42A-41EC-BC71-21EC77585935}">
      <dsp:nvSpPr>
        <dsp:cNvPr id="0" name=""/>
        <dsp:cNvSpPr/>
      </dsp:nvSpPr>
      <dsp:spPr>
        <a:xfrm>
          <a:off x="0" y="3265567"/>
          <a:ext cx="6266011" cy="163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300" kern="1200"/>
            <a:t>Existen muchos más datos no etiquetados disponibles que datos etiquetados y limpios.</a:t>
          </a:r>
          <a:endParaRPr lang="en-US" sz="3300" kern="1200"/>
        </a:p>
      </dsp:txBody>
      <dsp:txXfrm>
        <a:off x="0" y="3265567"/>
        <a:ext cx="6266011" cy="16315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20C678-AA82-4988-919D-87AA32273572}">
      <dsp:nvSpPr>
        <dsp:cNvPr id="0" name=""/>
        <dsp:cNvSpPr/>
      </dsp:nvSpPr>
      <dsp:spPr>
        <a:xfrm>
          <a:off x="0" y="598"/>
          <a:ext cx="6266011" cy="13995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5B5B0B-84D1-478A-8387-CCA0FEDF9090}">
      <dsp:nvSpPr>
        <dsp:cNvPr id="0" name=""/>
        <dsp:cNvSpPr/>
      </dsp:nvSpPr>
      <dsp:spPr>
        <a:xfrm>
          <a:off x="423357" y="315492"/>
          <a:ext cx="769740" cy="7697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EA3C0-5519-40AF-9783-3EF3DF6FD9AE}">
      <dsp:nvSpPr>
        <dsp:cNvPr id="0" name=""/>
        <dsp:cNvSpPr/>
      </dsp:nvSpPr>
      <dsp:spPr>
        <a:xfrm>
          <a:off x="1616455" y="598"/>
          <a:ext cx="4649555" cy="139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17" tIns="148117" rIns="148117" bIns="1481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El n</a:t>
          </a:r>
          <a:r>
            <a:rPr lang="es-MX" sz="2500" kern="1200"/>
            <a:t>úmero de clusters no es previamente conocido.</a:t>
          </a:r>
          <a:endParaRPr lang="en-US" sz="2500" kern="1200"/>
        </a:p>
      </dsp:txBody>
      <dsp:txXfrm>
        <a:off x="1616455" y="598"/>
        <a:ext cx="4649555" cy="1399528"/>
      </dsp:txXfrm>
    </dsp:sp>
    <dsp:sp modelId="{FADC245F-5A4C-4683-AD7A-F2D2DB7CD363}">
      <dsp:nvSpPr>
        <dsp:cNvPr id="0" name=""/>
        <dsp:cNvSpPr/>
      </dsp:nvSpPr>
      <dsp:spPr>
        <a:xfrm>
          <a:off x="0" y="1750009"/>
          <a:ext cx="6266011" cy="13995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EE05D1-AE10-4B96-A322-7786DFCAF671}">
      <dsp:nvSpPr>
        <dsp:cNvPr id="0" name=""/>
        <dsp:cNvSpPr/>
      </dsp:nvSpPr>
      <dsp:spPr>
        <a:xfrm>
          <a:off x="423357" y="2064903"/>
          <a:ext cx="769740" cy="7697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08B9B-FBB9-428E-88E6-07691C51792B}">
      <dsp:nvSpPr>
        <dsp:cNvPr id="0" name=""/>
        <dsp:cNvSpPr/>
      </dsp:nvSpPr>
      <dsp:spPr>
        <a:xfrm>
          <a:off x="1616455" y="1750009"/>
          <a:ext cx="4649555" cy="139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17" tIns="148117" rIns="148117" bIns="1481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Crea una jerarquía de clusters.</a:t>
          </a:r>
          <a:endParaRPr lang="en-US" sz="2500" kern="1200"/>
        </a:p>
      </dsp:txBody>
      <dsp:txXfrm>
        <a:off x="1616455" y="1750009"/>
        <a:ext cx="4649555" cy="1399528"/>
      </dsp:txXfrm>
    </dsp:sp>
    <dsp:sp modelId="{5C0962E3-B570-492D-82B3-60392EED84CC}">
      <dsp:nvSpPr>
        <dsp:cNvPr id="0" name=""/>
        <dsp:cNvSpPr/>
      </dsp:nvSpPr>
      <dsp:spPr>
        <a:xfrm>
          <a:off x="0" y="3499420"/>
          <a:ext cx="6266011" cy="13995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C128EC-412A-49A2-A0C0-8A3B7069451F}">
      <dsp:nvSpPr>
        <dsp:cNvPr id="0" name=""/>
        <dsp:cNvSpPr/>
      </dsp:nvSpPr>
      <dsp:spPr>
        <a:xfrm>
          <a:off x="423357" y="3814314"/>
          <a:ext cx="769740" cy="7697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A6D69-CBC1-4284-A1A6-BA3A88823A82}">
      <dsp:nvSpPr>
        <dsp:cNvPr id="0" name=""/>
        <dsp:cNvSpPr/>
      </dsp:nvSpPr>
      <dsp:spPr>
        <a:xfrm>
          <a:off x="1616455" y="3499420"/>
          <a:ext cx="2819704" cy="139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17" tIns="148117" rIns="148117" bIns="1481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Existe “Bottom up” y “Top down”.</a:t>
          </a:r>
          <a:endParaRPr lang="en-US" sz="2500" kern="1200"/>
        </a:p>
      </dsp:txBody>
      <dsp:txXfrm>
        <a:off x="1616455" y="3499420"/>
        <a:ext cx="2819704" cy="1399528"/>
      </dsp:txXfrm>
    </dsp:sp>
    <dsp:sp modelId="{3DDC09AF-DFE8-4E19-BEE2-D50E24B29FD4}">
      <dsp:nvSpPr>
        <dsp:cNvPr id="0" name=""/>
        <dsp:cNvSpPr/>
      </dsp:nvSpPr>
      <dsp:spPr>
        <a:xfrm>
          <a:off x="4436160" y="3499420"/>
          <a:ext cx="1829850" cy="139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17" tIns="148117" rIns="148117" bIns="14811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/>
            <a:t>El “Bottom up” empieza por las observaciones.</a:t>
          </a:r>
          <a:endParaRPr lang="en-US" sz="1800" kern="1200"/>
        </a:p>
      </dsp:txBody>
      <dsp:txXfrm>
        <a:off x="4436160" y="3499420"/>
        <a:ext cx="1829850" cy="13995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223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06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518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80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558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7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81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40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05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35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107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8365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306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112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936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080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83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5/4/2020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5888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6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02759A-7247-42FB-86E9-11A5769124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77" b="2232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5827D-6C84-4865-8D79-B57140378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/>
          </a:bodyPr>
          <a:lstStyle/>
          <a:p>
            <a:r>
              <a:rPr lang="es-MX" sz="4800" dirty="0"/>
              <a:t>Introducción a </a:t>
            </a:r>
            <a:r>
              <a:rPr lang="es-MX" sz="4800" dirty="0" err="1"/>
              <a:t>Clustering</a:t>
            </a:r>
            <a:endParaRPr lang="es-MX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FF7D5-4807-4D50-9C4F-DB34612AE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endParaRPr lang="es-MX">
              <a:solidFill>
                <a:srgbClr val="D838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720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8">
            <a:extLst>
              <a:ext uri="{FF2B5EF4-FFF2-40B4-BE49-F238E27FC236}">
                <a16:creationId xmlns:a16="http://schemas.microsoft.com/office/drawing/2014/main" id="{9726E0AA-ACAD-4929-A688-C5F6D3E37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96D97-EF82-4876-84F3-F7683955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900" y="4208220"/>
            <a:ext cx="3946393" cy="1850651"/>
          </a:xfrm>
        </p:spPr>
        <p:txBody>
          <a:bodyPr>
            <a:normAutofit/>
          </a:bodyPr>
          <a:lstStyle/>
          <a:p>
            <a:pPr algn="l"/>
            <a:r>
              <a:rPr lang="es-MX" sz="3600" dirty="0"/>
              <a:t>Aprendizaje No Supervisado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9FCA3-8F24-4DC1-8748-ECE192FBB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8" y="741995"/>
            <a:ext cx="10926860" cy="284098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6EE60-AB2C-4D59-B2B1-FE030E7FB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6208" y="4205167"/>
            <a:ext cx="6713876" cy="1850651"/>
          </a:xfrm>
        </p:spPr>
        <p:txBody>
          <a:bodyPr anchor="ctr">
            <a:normAutofit/>
          </a:bodyPr>
          <a:lstStyle/>
          <a:p>
            <a:pPr marL="36900" indent="0">
              <a:buNone/>
            </a:pPr>
            <a:r>
              <a:rPr lang="es-MX" sz="2800" dirty="0"/>
              <a:t>Encontrar estructura en datos no etiquetados.</a:t>
            </a:r>
          </a:p>
        </p:txBody>
      </p:sp>
    </p:spTree>
    <p:extLst>
      <p:ext uri="{BB962C8B-B14F-4D97-AF65-F5344CB8AC3E}">
        <p14:creationId xmlns:p14="http://schemas.microsoft.com/office/powerpoint/2010/main" val="3262196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3D89-42D1-4C9C-844F-DD06C08F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Clustering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67B63-38C2-47AA-9C2B-F4ACDC4F3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800" dirty="0"/>
              <a:t>Un clúster es una colección de objetos que cumplen con:</a:t>
            </a:r>
          </a:p>
          <a:p>
            <a:pPr lvl="1"/>
            <a:r>
              <a:rPr lang="es-MX" sz="2800" dirty="0"/>
              <a:t>Los objetos son similares dentro del clúster.</a:t>
            </a:r>
          </a:p>
          <a:p>
            <a:pPr lvl="1"/>
            <a:r>
              <a:rPr lang="es-MX" sz="2800" dirty="0"/>
              <a:t>Los clúster son distintos unos de los otros.</a:t>
            </a:r>
          </a:p>
          <a:p>
            <a:r>
              <a:rPr lang="es-MX" sz="2800" dirty="0"/>
              <a:t>El </a:t>
            </a:r>
            <a:r>
              <a:rPr lang="es-MX" sz="2800" dirty="0" err="1"/>
              <a:t>clustering</a:t>
            </a:r>
            <a:r>
              <a:rPr lang="es-MX" sz="2800" dirty="0"/>
              <a:t> es la acción de agrupar objetos en diferentes </a:t>
            </a:r>
            <a:r>
              <a:rPr lang="es-MX" sz="2800" dirty="0" err="1"/>
              <a:t>clusters</a:t>
            </a:r>
            <a:r>
              <a:rPr lang="es-MX" sz="2800" dirty="0"/>
              <a:t>.</a:t>
            </a:r>
          </a:p>
          <a:p>
            <a:pPr lvl="1"/>
            <a:r>
              <a:rPr lang="es-MX" sz="2800" dirty="0"/>
              <a:t>Existen muchas opciones correctas de </a:t>
            </a:r>
            <a:r>
              <a:rPr lang="es-MX" sz="2800" dirty="0" err="1"/>
              <a:t>clustering</a:t>
            </a:r>
            <a:r>
              <a:rPr lang="es-MX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6511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2CA733A-8D25-4E63-8273-CC14052E0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7890A-9A37-49F0-9115-1D63D3BBC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693" y="4406537"/>
            <a:ext cx="9440034" cy="10883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¿</a:t>
            </a:r>
            <a:r>
              <a:rPr lang="en-US" sz="4800" dirty="0" err="1"/>
              <a:t>Cuál</a:t>
            </a:r>
            <a:r>
              <a:rPr lang="en-US" sz="4800" dirty="0"/>
              <a:t> es </a:t>
            </a:r>
            <a:r>
              <a:rPr lang="en-US" sz="4800" dirty="0" err="1"/>
              <a:t>su</a:t>
            </a:r>
            <a:r>
              <a:rPr lang="en-US" sz="4800" dirty="0"/>
              <a:t> </a:t>
            </a:r>
            <a:r>
              <a:rPr lang="en-US" sz="4800" dirty="0" err="1"/>
              <a:t>objetivo</a:t>
            </a:r>
            <a:r>
              <a:rPr lang="en-US" sz="48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2343C-900C-4B73-8909-A4DDF9C1A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693" y="5494872"/>
            <a:ext cx="9440034" cy="6216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 err="1">
                <a:solidFill>
                  <a:schemeClr val="tx1"/>
                </a:solidFill>
              </a:rPr>
              <a:t>Encontrar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subgrupos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homogéneos</a:t>
            </a:r>
            <a:r>
              <a:rPr lang="en-US" sz="2400" dirty="0">
                <a:solidFill>
                  <a:schemeClr val="tx1"/>
                </a:solidFill>
              </a:rPr>
              <a:t> dentro de un </a:t>
            </a:r>
            <a:r>
              <a:rPr lang="en-US" sz="2400" dirty="0" err="1">
                <a:solidFill>
                  <a:schemeClr val="tx1"/>
                </a:solidFill>
              </a:rPr>
              <a:t>grupo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más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grande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FB581C-2142-4222-9A3B-905AD6C0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0"/>
            <a:ext cx="12192001" cy="43222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67AAC6-7B66-4017-B38D-2410C044C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601" y="1346137"/>
            <a:ext cx="5130799" cy="189839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50CB42-2459-4324-95ED-6936C456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609536"/>
            <a:ext cx="0" cy="1371600"/>
          </a:xfrm>
          <a:prstGeom prst="line">
            <a:avLst/>
          </a:prstGeom>
          <a:ln w="19050">
            <a:solidFill>
              <a:schemeClr val="tx1">
                <a:lumMod val="7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B8E97D3-05BD-4F0F-8DA0-621AB315F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" y="1763015"/>
            <a:ext cx="5130800" cy="106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81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295A96-E642-4088-991B-7CF8E67D67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t="778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7CB578-F7CB-41F3-B1D5-D028DEC8D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s-MX"/>
              <a:t>¿Cómo se hace?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7AEC7-516F-4E9C-80C9-4C1D5FA23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529" y="2476490"/>
            <a:ext cx="7269152" cy="3714749"/>
          </a:xfrm>
        </p:spPr>
        <p:txBody>
          <a:bodyPr anchor="ctr">
            <a:normAutofit/>
          </a:bodyPr>
          <a:lstStyle/>
          <a:p>
            <a:r>
              <a:rPr lang="es-MX" sz="2800" dirty="0"/>
              <a:t>Medidas de similitud.</a:t>
            </a:r>
          </a:p>
          <a:p>
            <a:pPr lvl="1"/>
            <a:r>
              <a:rPr lang="es-MX" sz="2800" dirty="0"/>
              <a:t>Se utiliza la distancia entre las observaciones.</a:t>
            </a:r>
          </a:p>
          <a:p>
            <a:pPr lvl="2"/>
            <a:r>
              <a:rPr lang="es-MX" sz="2400" dirty="0"/>
              <a:t>Variables numéricas.</a:t>
            </a:r>
          </a:p>
          <a:p>
            <a:pPr lvl="2"/>
            <a:r>
              <a:rPr lang="es-MX" sz="2400" dirty="0"/>
              <a:t>Variables categóricas.</a:t>
            </a:r>
          </a:p>
          <a:p>
            <a:pPr lvl="2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7937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63E5-30C5-4AA0-AD92-78F1A7C8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Datos con etiqueta y sin etiqueta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592B1-9EB2-4214-825E-D8CD0A9CE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2141513"/>
            <a:ext cx="10353762" cy="410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712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558D1-D37F-42E7-AF8A-D51F58E4D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s-MX" dirty="0"/>
              <a:t>Aplicaciones de </a:t>
            </a:r>
            <a:r>
              <a:rPr lang="es-MX" dirty="0" err="1"/>
              <a:t>Clustering</a:t>
            </a:r>
            <a:endParaRPr lang="es-MX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004D62-E145-4662-A606-174EC60AC4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1154863"/>
              </p:ext>
            </p:extLst>
          </p:nvPr>
        </p:nvGraphicFramePr>
        <p:xfrm>
          <a:off x="5282521" y="709683"/>
          <a:ext cx="6266011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44301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BCAAA-15DE-464E-8D09-70860E3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s-MX" sz="3900"/>
              <a:t>Características del </a:t>
            </a:r>
            <a:r>
              <a:rPr lang="es-MX" sz="3900" err="1"/>
              <a:t>Clustering</a:t>
            </a:r>
            <a:endParaRPr lang="es-MX" sz="39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B7D5B1-61B2-4FA0-A81C-B542BB5B06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3847401"/>
              </p:ext>
            </p:extLst>
          </p:nvPr>
        </p:nvGraphicFramePr>
        <p:xfrm>
          <a:off x="5282521" y="709683"/>
          <a:ext cx="6266011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75566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DF93F-4800-4AB7-B84C-CC3AC95786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8000" dirty="0"/>
              <a:t>k-</a:t>
            </a:r>
            <a:r>
              <a:rPr lang="es-MX" sz="8000" dirty="0" err="1"/>
              <a:t>Means</a:t>
            </a:r>
            <a:endParaRPr lang="es-MX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5314A-51B3-4D35-B406-534160B9D6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9364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8BCE-8A5E-40E8-8E19-C54C8CD8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Características.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76B24-EDBE-4770-903D-6C1F53E96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347038"/>
            <a:ext cx="10353762" cy="3381958"/>
          </a:xfrm>
        </p:spPr>
        <p:txBody>
          <a:bodyPr/>
          <a:lstStyle/>
          <a:p>
            <a:r>
              <a:rPr lang="es-MX" dirty="0"/>
              <a:t>Agrupa observaciones en k </a:t>
            </a:r>
            <a:r>
              <a:rPr lang="es-MX" dirty="0" err="1"/>
              <a:t>clusters</a:t>
            </a:r>
            <a:r>
              <a:rPr lang="es-MX" dirty="0"/>
              <a:t> al minimizar la distancia entre las observaciones y su centroide.</a:t>
            </a:r>
          </a:p>
          <a:p>
            <a:pPr lvl="1"/>
            <a:r>
              <a:rPr lang="es-MX" dirty="0"/>
              <a:t>Centroide es la media de todas las observaciones de un clúster.</a:t>
            </a:r>
          </a:p>
          <a:p>
            <a:r>
              <a:rPr lang="es-MX" dirty="0"/>
              <a:t>Organiza datos en clúster no jerárquicos.</a:t>
            </a:r>
          </a:p>
          <a:p>
            <a:r>
              <a:rPr lang="es-MX" dirty="0"/>
              <a:t>Es el algoritmo de </a:t>
            </a:r>
            <a:r>
              <a:rPr lang="es-MX" dirty="0" err="1"/>
              <a:t>clustering</a:t>
            </a:r>
            <a:r>
              <a:rPr lang="es-MX" dirty="0"/>
              <a:t> más empleado.</a:t>
            </a:r>
          </a:p>
          <a:p>
            <a:r>
              <a:rPr lang="es-MX" dirty="0"/>
              <a:t>Es sensible a condiciones iniciales y </a:t>
            </a:r>
            <a:r>
              <a:rPr lang="es-MX" dirty="0" err="1"/>
              <a:t>outliers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0118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045B9-C544-4B46-B210-AC6E283C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Proceso de k-</a:t>
            </a:r>
            <a:r>
              <a:rPr lang="es-MX" dirty="0" err="1"/>
              <a:t>Means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DCCA2-A4F4-4593-BF45-29393DCD4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536121"/>
          </a:xfrm>
        </p:spPr>
        <p:txBody>
          <a:bodyPr>
            <a:normAutofit fontScale="92500" lnSpcReduction="20000"/>
          </a:bodyPr>
          <a:lstStyle/>
          <a:p>
            <a:r>
              <a:rPr lang="es-MX" sz="2800" dirty="0"/>
              <a:t>Asignar </a:t>
            </a:r>
            <a:r>
              <a:rPr lang="es-MX" sz="2800" u="sng" dirty="0"/>
              <a:t>aleatoriamente</a:t>
            </a:r>
            <a:r>
              <a:rPr lang="es-MX" sz="2800" dirty="0"/>
              <a:t> k centroides.</a:t>
            </a:r>
          </a:p>
          <a:p>
            <a:pPr marL="36900" indent="0">
              <a:buNone/>
            </a:pPr>
            <a:endParaRPr lang="es-MX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EC50BD-99A4-4832-9871-15B9084F0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2822121"/>
            <a:ext cx="3992381" cy="3666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E13FF8-CFDA-42FC-9996-F736B85BD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616" y="2818348"/>
            <a:ext cx="4219941" cy="366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293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09DA2E-7D45-40BF-B815-C7A9562E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Proceso de k-</a:t>
            </a:r>
            <a:r>
              <a:rPr lang="es-MX" dirty="0" err="1"/>
              <a:t>Means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3F505-E54D-4798-9262-83FB7E371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1"/>
            <a:ext cx="4856841" cy="868086"/>
          </a:xfrm>
        </p:spPr>
        <p:txBody>
          <a:bodyPr/>
          <a:lstStyle/>
          <a:p>
            <a:r>
              <a:rPr lang="es-MX" dirty="0"/>
              <a:t>Se asignan los datos más cercanos al centroide.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F40C82-8214-4FDA-B946-D44BF61AD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868086"/>
          </a:xfrm>
        </p:spPr>
        <p:txBody>
          <a:bodyPr/>
          <a:lstStyle/>
          <a:p>
            <a:r>
              <a:rPr lang="es-MX" dirty="0"/>
              <a:t>Se mueve el centroide a la ubicación media.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525677-073F-41EF-A108-11A881474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084" y="2944537"/>
            <a:ext cx="3956262" cy="366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228F26-95C9-4892-A89E-F0608DB8B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554" y="2944537"/>
            <a:ext cx="3977163" cy="36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67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CC903D-63E6-422D-B8C1-63839CB50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643465"/>
            <a:ext cx="3536906" cy="1370605"/>
          </a:xfrm>
        </p:spPr>
        <p:txBody>
          <a:bodyPr>
            <a:normAutofit/>
          </a:bodyPr>
          <a:lstStyle/>
          <a:p>
            <a:pPr algn="l"/>
            <a:r>
              <a:rPr lang="es-MX" sz="3200" dirty="0"/>
              <a:t>Proceso de k-</a:t>
            </a:r>
            <a:r>
              <a:rPr lang="es-MX" sz="3200" dirty="0" err="1"/>
              <a:t>Means</a:t>
            </a:r>
            <a:endParaRPr lang="es-MX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8E114-21E2-4143-8537-252998CCC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2247153"/>
            <a:ext cx="3358084" cy="3544046"/>
          </a:xfrm>
        </p:spPr>
        <p:txBody>
          <a:bodyPr>
            <a:normAutofit/>
          </a:bodyPr>
          <a:lstStyle/>
          <a:p>
            <a:r>
              <a:rPr lang="es-MX" sz="2000" dirty="0"/>
              <a:t>Se repiten los pasos 2 y 3 hasta que:</a:t>
            </a:r>
          </a:p>
          <a:p>
            <a:pPr lvl="1"/>
            <a:r>
              <a:rPr lang="es-MX" sz="2000" dirty="0"/>
              <a:t>El algoritmo converja (no cambie de clúster ninguna observación).</a:t>
            </a:r>
          </a:p>
          <a:p>
            <a:pPr lvl="1"/>
            <a:r>
              <a:rPr lang="es-MX" sz="2000" dirty="0"/>
              <a:t>Se cumpla el número máximo de iteraciones.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C62674-BE80-4810-8B0B-A26512C42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010" y="643466"/>
            <a:ext cx="5703859" cy="514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051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E5A5-93E4-4C50-814D-45F64739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Evaluación de </a:t>
            </a:r>
            <a:r>
              <a:rPr lang="es-MX" dirty="0" err="1"/>
              <a:t>Clústers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3AA0F-BC45-4A35-9A66-91235582C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No hay un resultado único:</a:t>
            </a:r>
          </a:p>
          <a:p>
            <a:pPr lvl="1"/>
            <a:r>
              <a:rPr lang="es-MX" dirty="0"/>
              <a:t>No hay etiquetas predefinidas.</a:t>
            </a:r>
          </a:p>
          <a:p>
            <a:pPr lvl="1"/>
            <a:r>
              <a:rPr lang="es-MX" dirty="0"/>
              <a:t>No existe una respuesta final.</a:t>
            </a:r>
          </a:p>
          <a:p>
            <a:r>
              <a:rPr lang="es-MX" dirty="0"/>
              <a:t>La evaluación depende de lo que se busque.</a:t>
            </a:r>
          </a:p>
          <a:p>
            <a:r>
              <a:rPr lang="es-MX" dirty="0"/>
              <a:t>El objetivo cotidiano es que los clúster cumplan con:</a:t>
            </a:r>
          </a:p>
          <a:p>
            <a:pPr lvl="1"/>
            <a:r>
              <a:rPr lang="es-MX" dirty="0"/>
              <a:t>Ser compactos.</a:t>
            </a:r>
          </a:p>
          <a:p>
            <a:pPr lvl="1"/>
            <a:r>
              <a:rPr lang="es-MX" dirty="0"/>
              <a:t>Estar separados unos de otros.</a:t>
            </a:r>
          </a:p>
        </p:txBody>
      </p:sp>
    </p:spTree>
    <p:extLst>
      <p:ext uri="{BB962C8B-B14F-4D97-AF65-F5344CB8AC3E}">
        <p14:creationId xmlns:p14="http://schemas.microsoft.com/office/powerpoint/2010/main" val="2505340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4D6FD-4D8D-4E48-A016-3F63F211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Objetivo</a:t>
            </a:r>
            <a:r>
              <a:rPr lang="en-US" dirty="0"/>
              <a:t> Principal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E5CE4-7840-41C0-9203-CF9C030C6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Unión dentro de los clusters.</a:t>
            </a:r>
          </a:p>
          <a:p>
            <a:pPr lvl="1"/>
            <a:r>
              <a:rPr lang="en-US" dirty="0" err="1"/>
              <a:t>Medida</a:t>
            </a:r>
            <a:r>
              <a:rPr lang="en-US" dirty="0"/>
              <a:t> de </a:t>
            </a:r>
            <a:r>
              <a:rPr lang="en-US" dirty="0" err="1"/>
              <a:t>Compacidad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Suma de los </a:t>
            </a:r>
            <a:r>
              <a:rPr lang="en-US" dirty="0" err="1"/>
              <a:t>cuadrados</a:t>
            </a:r>
            <a:r>
              <a:rPr lang="en-US" dirty="0"/>
              <a:t> dentro del cluster (WSS).</a:t>
            </a:r>
          </a:p>
          <a:p>
            <a:pPr lvl="1"/>
            <a:endParaRPr lang="en-US" dirty="0"/>
          </a:p>
          <a:p>
            <a:r>
              <a:rPr lang="en-US" dirty="0" err="1"/>
              <a:t>Separación</a:t>
            </a:r>
            <a:r>
              <a:rPr lang="en-US" dirty="0"/>
              <a:t> </a:t>
            </a:r>
            <a:r>
              <a:rPr lang="en-US" dirty="0" err="1"/>
              <a:t>fuera</a:t>
            </a:r>
            <a:r>
              <a:rPr lang="en-US" dirty="0"/>
              <a:t> de los clusters.</a:t>
            </a:r>
          </a:p>
          <a:p>
            <a:pPr lvl="1"/>
            <a:r>
              <a:rPr lang="en-US" dirty="0" err="1"/>
              <a:t>Medida</a:t>
            </a:r>
            <a:r>
              <a:rPr lang="en-US" dirty="0"/>
              <a:t> de </a:t>
            </a:r>
            <a:r>
              <a:rPr lang="en-US" dirty="0" err="1"/>
              <a:t>Separación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Suma de los </a:t>
            </a:r>
            <a:r>
              <a:rPr lang="en-US" dirty="0" err="1"/>
              <a:t>cuadrados</a:t>
            </a:r>
            <a:r>
              <a:rPr lang="en-US" dirty="0"/>
              <a:t> entre los clusters (BSS).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7C58CA-B672-4048-889D-CD168F831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583" y="2187910"/>
            <a:ext cx="4286250" cy="1609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328F83-2364-4D11-8A00-69CAB0FF4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583" y="4094329"/>
            <a:ext cx="4486275" cy="14001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9D6E74-7CA3-477C-B607-88F1B436C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879" y="5686979"/>
            <a:ext cx="3573917" cy="62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8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70A317-DCED-4E80-AA2D-467D8702E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6313C9-D56D-4AF9-9DCB-32F72E35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791" y="835383"/>
            <a:ext cx="3382832" cy="34995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/>
              <a:t>¿Cómo escoger k?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D87845-294F-40CB-BC48-46455460D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5671" y="0"/>
            <a:ext cx="753632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F9F73-98B2-4C42-9EB4-AFD784A9E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329" y="731396"/>
            <a:ext cx="6197668" cy="55469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21AE86-DF78-4A01-8A9B-31B267FE78BF}"/>
              </a:ext>
            </a:extLst>
          </p:cNvPr>
          <p:cNvSpPr txBox="1"/>
          <p:nvPr/>
        </p:nvSpPr>
        <p:spPr>
          <a:xfrm>
            <a:off x="4797967" y="3079965"/>
            <a:ext cx="1801677" cy="11853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0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Buscar</a:t>
            </a:r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 el “</a:t>
            </a:r>
            <a:r>
              <a:rPr lang="en-US" sz="20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codo</a:t>
            </a:r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” </a:t>
            </a:r>
            <a:r>
              <a:rPr lang="en-US" sz="20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en</a:t>
            </a:r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 la </a:t>
            </a:r>
            <a:r>
              <a:rPr lang="en-US" sz="20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gráfica</a:t>
            </a:r>
            <a:endParaRPr lang="en-US" sz="20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404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01E928-FA64-49D1-ABBE-3E276EDBB8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6600" dirty="0" err="1"/>
              <a:t>Clustering</a:t>
            </a:r>
            <a:r>
              <a:rPr lang="es-MX" sz="6600" dirty="0"/>
              <a:t> Jerárquico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9BEB4F-2C9C-4DDE-AD52-813F0F9264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1974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3EE0D-AE35-4575-A869-399828272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s-MX" sz="3900"/>
              <a:t>Características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D7C6636-09A3-48B7-AC2F-AB5CD073B2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5887389"/>
              </p:ext>
            </p:extLst>
          </p:nvPr>
        </p:nvGraphicFramePr>
        <p:xfrm>
          <a:off x="5282521" y="709683"/>
          <a:ext cx="6266011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72613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1E70A317-DCED-4E80-AA2D-467D8702E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E5BE5-3F88-4E60-B611-32BAE24A3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791" y="835383"/>
            <a:ext cx="3382832" cy="34995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/>
              <a:t>Calculo de Distancias Previo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A6D87845-294F-40CB-BC48-46455460D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5671" y="0"/>
            <a:ext cx="753632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845BF-8F00-42C8-9DA5-916E788E69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0"/>
          <a:stretch/>
        </p:blipFill>
        <p:spPr>
          <a:xfrm>
            <a:off x="4953159" y="1622006"/>
            <a:ext cx="6941352" cy="381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38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82C81-02BF-4920-9931-2A9BB1B81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Procedimiento </a:t>
            </a:r>
            <a:r>
              <a:rPr lang="es-MX" dirty="0" err="1"/>
              <a:t>Bottom</a:t>
            </a:r>
            <a:r>
              <a:rPr lang="es-MX" dirty="0"/>
              <a:t> Up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834A0-B389-4911-B226-1DDA76303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862693"/>
          </a:xfrm>
        </p:spPr>
        <p:txBody>
          <a:bodyPr/>
          <a:lstStyle/>
          <a:p>
            <a:r>
              <a:rPr lang="es-MX" dirty="0"/>
              <a:t>Poner cada observación en su propio </a:t>
            </a:r>
            <a:r>
              <a:rPr lang="es-MX" dirty="0" err="1"/>
              <a:t>cluster</a:t>
            </a:r>
            <a:r>
              <a:rPr lang="es-MX" dirty="0"/>
              <a:t>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405C8F-900A-4757-A368-7C921AC07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862692"/>
          </a:xfrm>
        </p:spPr>
        <p:txBody>
          <a:bodyPr/>
          <a:lstStyle/>
          <a:p>
            <a:r>
              <a:rPr lang="es-MX" dirty="0"/>
              <a:t>Encontrar la pareja más cercana de </a:t>
            </a:r>
            <a:r>
              <a:rPr lang="es-MX" dirty="0" err="1"/>
              <a:t>clusters</a:t>
            </a:r>
            <a:r>
              <a:rPr lang="es-MX" dirty="0"/>
              <a:t> y juntarlos.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E35A86-3438-4F26-BBE1-69268B0BF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157" y="3144121"/>
            <a:ext cx="5182205" cy="25259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C419FF-27D0-4D4B-B8E6-43118D84E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716" y="3121013"/>
            <a:ext cx="5182205" cy="254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71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A4AD-5153-4E72-81EC-35FDE2D09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Procedimiento </a:t>
            </a:r>
            <a:r>
              <a:rPr lang="es-MX" dirty="0" err="1"/>
              <a:t>Bottom</a:t>
            </a:r>
            <a:r>
              <a:rPr lang="es-MX" dirty="0"/>
              <a:t>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C2B0D-FA82-487E-BEAC-D3170455BA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928007"/>
          </a:xfrm>
        </p:spPr>
        <p:txBody>
          <a:bodyPr/>
          <a:lstStyle/>
          <a:p>
            <a:r>
              <a:rPr lang="es-MX" dirty="0"/>
              <a:t>Calcular la distancia entre los nuevos </a:t>
            </a:r>
            <a:r>
              <a:rPr lang="es-MX" dirty="0" err="1"/>
              <a:t>clusters</a:t>
            </a:r>
            <a:r>
              <a:rPr lang="es-MX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FD1BF-3F17-4DD0-A62B-D0DD284BA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928006"/>
          </a:xfrm>
        </p:spPr>
        <p:txBody>
          <a:bodyPr/>
          <a:lstStyle/>
          <a:p>
            <a:r>
              <a:rPr lang="es-MX" dirty="0"/>
              <a:t>Repetir los pasos dos y tres.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FCFB9-2C49-477E-B851-DFB0DD52B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716" y="3209436"/>
            <a:ext cx="5184000" cy="25407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8EFD6A-ABA7-47BD-A35B-A767FB49C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85" y="3235145"/>
            <a:ext cx="5184000" cy="251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36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80C6-D83A-417F-BFAE-88E02B070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Procedimiento </a:t>
            </a:r>
            <a:r>
              <a:rPr lang="es-MX" dirty="0" err="1"/>
              <a:t>Bottom</a:t>
            </a:r>
            <a:r>
              <a:rPr lang="es-MX" dirty="0"/>
              <a:t> 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A7B036-C022-4E53-923C-CF78C2B17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61" y="1918358"/>
            <a:ext cx="4320000" cy="21057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452EBE-EF45-4694-BAFB-73DB72F9E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152" y="2982521"/>
            <a:ext cx="4319047" cy="2103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E149FC-33E1-4BB9-9FBF-61ADAC8BC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182" y="4274121"/>
            <a:ext cx="4319047" cy="20997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CED001-1EFD-4A1B-BCC2-D5A2A248097A}"/>
              </a:ext>
            </a:extLst>
          </p:cNvPr>
          <p:cNvSpPr txBox="1"/>
          <p:nvPr/>
        </p:nvSpPr>
        <p:spPr>
          <a:xfrm>
            <a:off x="913795" y="5544781"/>
            <a:ext cx="3816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Hasta que solo quede un </a:t>
            </a:r>
            <a:r>
              <a:rPr lang="es-MX" sz="2000" dirty="0" err="1"/>
              <a:t>cluster</a:t>
            </a:r>
            <a:r>
              <a:rPr lang="es-MX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693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CA2279-493D-4145-B488-E14B81DE0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Métodos de enlace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8710C5-EC50-4CDB-BC47-BF4E35E34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Enlace Simple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8F820B-6860-41EB-A7C2-052050F3C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6013" y="2702104"/>
            <a:ext cx="4764764" cy="386330"/>
          </a:xfrm>
        </p:spPr>
        <p:txBody>
          <a:bodyPr/>
          <a:lstStyle/>
          <a:p>
            <a:pPr marL="36900" indent="0">
              <a:buNone/>
            </a:pPr>
            <a:r>
              <a:rPr lang="es-MX" dirty="0"/>
              <a:t>Distancia mínima entre los </a:t>
            </a:r>
            <a:r>
              <a:rPr lang="es-MX" dirty="0" err="1"/>
              <a:t>clusters</a:t>
            </a:r>
            <a:r>
              <a:rPr lang="es-MX" dirty="0"/>
              <a:t>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94B7C7-0884-4397-92E1-B208EF90B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 dirty="0"/>
              <a:t>Enlace Completo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B01F81-F553-4693-B6C2-B3961864B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3167" y="2702104"/>
            <a:ext cx="4779581" cy="386330"/>
          </a:xfrm>
        </p:spPr>
        <p:txBody>
          <a:bodyPr/>
          <a:lstStyle/>
          <a:p>
            <a:pPr marL="36900" indent="0">
              <a:buNone/>
            </a:pPr>
            <a:r>
              <a:rPr lang="es-MX" dirty="0"/>
              <a:t>Máxima distancia entre los </a:t>
            </a:r>
            <a:r>
              <a:rPr lang="es-MX" dirty="0" err="1"/>
              <a:t>clusters</a:t>
            </a:r>
            <a:r>
              <a:rPr lang="es-MX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2B1E45-BD47-4621-9AC9-B648132C1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13" y="3429000"/>
            <a:ext cx="4764764" cy="22054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08FF71-0B6A-4F6B-940A-E87070D4F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166" y="3428999"/>
            <a:ext cx="4793725" cy="220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776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828B-0017-4875-905C-3095E95D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Métodos de enlace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436FF-E3B9-418A-862D-837190723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Enlace Promedio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64EF2-CE10-46E7-8BC0-B2538C245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76999"/>
          </a:xfrm>
        </p:spPr>
        <p:txBody>
          <a:bodyPr/>
          <a:lstStyle/>
          <a:p>
            <a:pPr marL="36900" indent="0">
              <a:buNone/>
            </a:pPr>
            <a:r>
              <a:rPr lang="es-MX" dirty="0"/>
              <a:t>Distancia promedio entre los </a:t>
            </a:r>
            <a:r>
              <a:rPr lang="es-MX" dirty="0" err="1"/>
              <a:t>clusters</a:t>
            </a:r>
            <a:r>
              <a:rPr lang="es-MX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18998-1963-4043-9D42-30CB26C6C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 dirty="0"/>
              <a:t>Enlace Único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F64D16-B527-44D4-9558-D494DDEB5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76999"/>
          </a:xfrm>
        </p:spPr>
        <p:txBody>
          <a:bodyPr/>
          <a:lstStyle/>
          <a:p>
            <a:pPr marL="36900" indent="0">
              <a:buNone/>
            </a:pPr>
            <a:r>
              <a:rPr lang="es-MX" dirty="0"/>
              <a:t>Un solo </a:t>
            </a:r>
            <a:r>
              <a:rPr lang="es-MX" dirty="0" err="1"/>
              <a:t>cluster</a:t>
            </a:r>
            <a:r>
              <a:rPr lang="es-MX" dirty="0"/>
              <a:t> que crece. Detector de </a:t>
            </a:r>
            <a:r>
              <a:rPr lang="es-MX" dirty="0" err="1"/>
              <a:t>outliers</a:t>
            </a:r>
            <a:r>
              <a:rPr lang="es-MX" dirty="0"/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CBD3D4-7F7C-4369-9B60-985D56AD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909"/>
          <a:stretch/>
        </p:blipFill>
        <p:spPr bwMode="auto">
          <a:xfrm>
            <a:off x="1370606" y="3429000"/>
            <a:ext cx="4108826" cy="198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F21F77-3E15-42D3-85B2-497B18B39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166" y="3233558"/>
            <a:ext cx="3037668" cy="11037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D68886-4291-4CFD-81CB-3AE368857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287" y="3936317"/>
            <a:ext cx="3506949" cy="12631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8F400A-0052-470E-9360-8810443F9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9028" y="4788973"/>
            <a:ext cx="3203720" cy="81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79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D1D772-538E-4EDF-B959-9E9F84FF0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Dendograma</a:t>
            </a:r>
            <a:endParaRPr lang="es-MX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41422E-079E-4CA0-A760-3BA546475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872023"/>
          </a:xfrm>
        </p:spPr>
        <p:txBody>
          <a:bodyPr/>
          <a:lstStyle/>
          <a:p>
            <a:pPr marL="36900" indent="0">
              <a:buNone/>
            </a:pPr>
            <a:r>
              <a:rPr lang="es-MX" dirty="0"/>
              <a:t>Estructura con forma de árbol que se usa para interpretar los modelos de </a:t>
            </a:r>
            <a:r>
              <a:rPr lang="es-MX" dirty="0" err="1"/>
              <a:t>clustering</a:t>
            </a:r>
            <a:r>
              <a:rPr lang="es-MX" dirty="0"/>
              <a:t> jerárquico.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8DBD5B-8932-4A65-9192-A28DF559A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01" y="3158023"/>
            <a:ext cx="5650243" cy="26269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E725C9-8B31-4C64-BC78-13B92CED3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658" y="3158022"/>
            <a:ext cx="5652094" cy="262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67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0133B-7D40-428B-A315-E35AB31F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Dendograma</a:t>
            </a:r>
            <a:endParaRPr lang="es-MX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A9F411-B6C9-4B5E-8230-3E5543264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63" y="2599644"/>
            <a:ext cx="5652000" cy="26832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37678A-C3C9-4BC3-ABFD-1FB5C7696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839" y="2599644"/>
            <a:ext cx="5770996" cy="268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56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6CDA4A-6CAA-4FED-A424-FF9D363E9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8E4B6-7013-48BD-9484-723126CEA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693" y="4435229"/>
            <a:ext cx="9440034" cy="10596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Cortar el Árbol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8C093-4171-442A-BABC-EB7A5013E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693" y="5494872"/>
            <a:ext cx="9440034" cy="6524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>
                <a:solidFill>
                  <a:schemeClr val="tx1"/>
                </a:solidFill>
              </a:rPr>
              <a:t>Por número de nodos o por altura.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0DB875-49E3-4B9D-8AAE-D81A127B6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E89C84-8733-4A90-BD61-BD82316F9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349" y="1335929"/>
            <a:ext cx="4765785" cy="22399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FFA016-B5E8-4B47-B1F6-A4A6D881F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865" y="695008"/>
            <a:ext cx="4623831" cy="352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65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741"/>
      </a:dk2>
      <a:lt2>
        <a:srgbClr val="E2E8E2"/>
      </a:lt2>
      <a:accent1>
        <a:srgbClr val="D838D6"/>
      </a:accent1>
      <a:accent2>
        <a:srgbClr val="8D33CA"/>
      </a:accent2>
      <a:accent3>
        <a:srgbClr val="6046DB"/>
      </a:accent3>
      <a:accent4>
        <a:srgbClr val="3558CA"/>
      </a:accent4>
      <a:accent5>
        <a:srgbClr val="38A1D8"/>
      </a:accent5>
      <a:accent6>
        <a:srgbClr val="23B6AC"/>
      </a:accent6>
      <a:hlink>
        <a:srgbClr val="4682C1"/>
      </a:hlink>
      <a:folHlink>
        <a:srgbClr val="7F7F7F"/>
      </a:folHlink>
    </a:clrScheme>
    <a:fontScheme name="Slate">
      <a:majorFont>
        <a:latin typeface="Bodoni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546</Words>
  <Application>Microsoft Office PowerPoint</Application>
  <PresentationFormat>Widescreen</PresentationFormat>
  <Paragraphs>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Bodoni MT</vt:lpstr>
      <vt:lpstr>Goudy Old Style</vt:lpstr>
      <vt:lpstr>Wingdings 2</vt:lpstr>
      <vt:lpstr>SlateVTI</vt:lpstr>
      <vt:lpstr>Introducción a Clustering</vt:lpstr>
      <vt:lpstr>Aprendizaje No Supervisado</vt:lpstr>
      <vt:lpstr>Clustering</vt:lpstr>
      <vt:lpstr>¿Cuál es su objetivo?</vt:lpstr>
      <vt:lpstr>¿Cómo se hace?</vt:lpstr>
      <vt:lpstr>Datos con etiqueta y sin etiqueta</vt:lpstr>
      <vt:lpstr>Aplicaciones de Clustering</vt:lpstr>
      <vt:lpstr>Características del Clustering</vt:lpstr>
      <vt:lpstr>k-Means</vt:lpstr>
      <vt:lpstr>Características.</vt:lpstr>
      <vt:lpstr>Proceso de k-Means</vt:lpstr>
      <vt:lpstr>Proceso de k-Means</vt:lpstr>
      <vt:lpstr>Proceso de k-Means</vt:lpstr>
      <vt:lpstr>Evaluación de Clústers</vt:lpstr>
      <vt:lpstr>Objetivo Principal</vt:lpstr>
      <vt:lpstr>¿Cómo escoger k?</vt:lpstr>
      <vt:lpstr>Clustering Jerárquico</vt:lpstr>
      <vt:lpstr>Características</vt:lpstr>
      <vt:lpstr>Calculo de Distancias Previo</vt:lpstr>
      <vt:lpstr>Procedimiento Bottom Up</vt:lpstr>
      <vt:lpstr>Procedimiento Bottom Up</vt:lpstr>
      <vt:lpstr>Procedimiento Bottom Up</vt:lpstr>
      <vt:lpstr>Métodos de enlace</vt:lpstr>
      <vt:lpstr>Métodos de enlace</vt:lpstr>
      <vt:lpstr>Dendograma</vt:lpstr>
      <vt:lpstr>Dendograma</vt:lpstr>
      <vt:lpstr>Cortar el Árbol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Clustering</dc:title>
  <dc:creator>Abraham Alvarado</dc:creator>
  <cp:lastModifiedBy>Abraham Alvarado</cp:lastModifiedBy>
  <cp:revision>1</cp:revision>
  <dcterms:created xsi:type="dcterms:W3CDTF">2020-05-04T23:54:29Z</dcterms:created>
  <dcterms:modified xsi:type="dcterms:W3CDTF">2020-05-04T23:56:18Z</dcterms:modified>
</cp:coreProperties>
</file>