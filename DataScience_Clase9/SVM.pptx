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1EFA06-FE73-424A-BD0F-754902ADEE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783469E-A02A-485C-8A7A-59F061FC1311}">
      <dgm:prSet/>
      <dgm:spPr/>
      <dgm:t>
        <a:bodyPr/>
        <a:lstStyle/>
        <a:p>
          <a:r>
            <a:rPr lang="es-MX"/>
            <a:t>Clasificación, regresión y detección de anomalías.</a:t>
          </a:r>
          <a:endParaRPr lang="en-US"/>
        </a:p>
      </dgm:t>
    </dgm:pt>
    <dgm:pt modelId="{C5EE0737-A245-4A38-AC36-4F97F24CD645}" type="parTrans" cxnId="{EE666D52-5795-44A9-B38A-20CB289732B6}">
      <dgm:prSet/>
      <dgm:spPr/>
      <dgm:t>
        <a:bodyPr/>
        <a:lstStyle/>
        <a:p>
          <a:endParaRPr lang="en-US"/>
        </a:p>
      </dgm:t>
    </dgm:pt>
    <dgm:pt modelId="{E6C9D343-05A4-485B-B5A7-EF44DEAAFB9A}" type="sibTrans" cxnId="{EE666D52-5795-44A9-B38A-20CB289732B6}">
      <dgm:prSet/>
      <dgm:spPr/>
      <dgm:t>
        <a:bodyPr/>
        <a:lstStyle/>
        <a:p>
          <a:endParaRPr lang="en-US"/>
        </a:p>
      </dgm:t>
    </dgm:pt>
    <dgm:pt modelId="{BB753AA5-38A5-4164-A837-B00E1C70698E}">
      <dgm:prSet/>
      <dgm:spPr/>
      <dgm:t>
        <a:bodyPr/>
        <a:lstStyle/>
        <a:p>
          <a:r>
            <a:rPr lang="es-MX"/>
            <a:t>Manipulación robusta de overfitting, datos ruidosos y outliers.</a:t>
          </a:r>
          <a:endParaRPr lang="en-US"/>
        </a:p>
      </dgm:t>
    </dgm:pt>
    <dgm:pt modelId="{36012B87-9ADC-4D61-AC79-D24A6A1A13D3}" type="parTrans" cxnId="{687BE82B-1ACF-42CE-9BE7-F76251F0F82E}">
      <dgm:prSet/>
      <dgm:spPr/>
      <dgm:t>
        <a:bodyPr/>
        <a:lstStyle/>
        <a:p>
          <a:endParaRPr lang="en-US"/>
        </a:p>
      </dgm:t>
    </dgm:pt>
    <dgm:pt modelId="{83358AD1-698C-478F-A222-48B9C9795CFD}" type="sibTrans" cxnId="{687BE82B-1ACF-42CE-9BE7-F76251F0F82E}">
      <dgm:prSet/>
      <dgm:spPr/>
      <dgm:t>
        <a:bodyPr/>
        <a:lstStyle/>
        <a:p>
          <a:endParaRPr lang="en-US"/>
        </a:p>
      </dgm:t>
    </dgm:pt>
    <dgm:pt modelId="{E88F8E1C-48FF-494F-B264-50E493C70468}">
      <dgm:prSet/>
      <dgm:spPr/>
      <dgm:t>
        <a:bodyPr/>
        <a:lstStyle/>
        <a:p>
          <a:r>
            <a:rPr lang="es-MX"/>
            <a:t>Capacidad de integrar situaciones con muchas variables (incluso si se tienen más variables que observaciones).</a:t>
          </a:r>
          <a:endParaRPr lang="en-US"/>
        </a:p>
      </dgm:t>
    </dgm:pt>
    <dgm:pt modelId="{DBB688D9-3805-4048-948D-7FD96ACE344F}" type="parTrans" cxnId="{02E87FF5-C632-4BED-A2E6-2F1F01EB4234}">
      <dgm:prSet/>
      <dgm:spPr/>
      <dgm:t>
        <a:bodyPr/>
        <a:lstStyle/>
        <a:p>
          <a:endParaRPr lang="en-US"/>
        </a:p>
      </dgm:t>
    </dgm:pt>
    <dgm:pt modelId="{D9377A23-D35C-45BE-AD1E-2F93ADC842DD}" type="sibTrans" cxnId="{02E87FF5-C632-4BED-A2E6-2F1F01EB4234}">
      <dgm:prSet/>
      <dgm:spPr/>
      <dgm:t>
        <a:bodyPr/>
        <a:lstStyle/>
        <a:p>
          <a:endParaRPr lang="en-US"/>
        </a:p>
      </dgm:t>
    </dgm:pt>
    <dgm:pt modelId="{DA629122-8F2E-4878-A29D-0BADF8623B88}">
      <dgm:prSet/>
      <dgm:spPr/>
      <dgm:t>
        <a:bodyPr/>
        <a:lstStyle/>
        <a:p>
          <a:r>
            <a:rPr lang="es-MX"/>
            <a:t>Detección automática de no linealidad.</a:t>
          </a:r>
          <a:endParaRPr lang="en-US"/>
        </a:p>
      </dgm:t>
    </dgm:pt>
    <dgm:pt modelId="{FD881645-153A-4916-80E9-2CD14A41BE56}" type="parTrans" cxnId="{2D5B210B-BD68-4B2C-A82A-216A4FB798AD}">
      <dgm:prSet/>
      <dgm:spPr/>
      <dgm:t>
        <a:bodyPr/>
        <a:lstStyle/>
        <a:p>
          <a:endParaRPr lang="en-US"/>
        </a:p>
      </dgm:t>
    </dgm:pt>
    <dgm:pt modelId="{944FB03A-29B2-4443-81F1-E7FE972589F8}" type="sibTrans" cxnId="{2D5B210B-BD68-4B2C-A82A-216A4FB798AD}">
      <dgm:prSet/>
      <dgm:spPr/>
      <dgm:t>
        <a:bodyPr/>
        <a:lstStyle/>
        <a:p>
          <a:endParaRPr lang="en-US"/>
        </a:p>
      </dgm:t>
    </dgm:pt>
    <dgm:pt modelId="{567EECF5-D87F-4C58-B3E3-EE21AE7EBA1C}" type="pres">
      <dgm:prSet presAssocID="{D01EFA06-FE73-424A-BD0F-754902ADEEF7}" presName="root" presStyleCnt="0">
        <dgm:presLayoutVars>
          <dgm:dir/>
          <dgm:resizeHandles val="exact"/>
        </dgm:presLayoutVars>
      </dgm:prSet>
      <dgm:spPr/>
    </dgm:pt>
    <dgm:pt modelId="{FEEB86DE-AAE5-4EE3-AE3F-7BE7B3C2C59C}" type="pres">
      <dgm:prSet presAssocID="{4783469E-A02A-485C-8A7A-59F061FC1311}" presName="compNode" presStyleCnt="0"/>
      <dgm:spPr/>
    </dgm:pt>
    <dgm:pt modelId="{E957F68A-FF04-4673-9382-F8565C3646A9}" type="pres">
      <dgm:prSet presAssocID="{4783469E-A02A-485C-8A7A-59F061FC1311}" presName="bgRect" presStyleLbl="bgShp" presStyleIdx="0" presStyleCnt="4"/>
      <dgm:spPr/>
    </dgm:pt>
    <dgm:pt modelId="{3D49D62F-227C-4435-8C61-D32B97631735}" type="pres">
      <dgm:prSet presAssocID="{4783469E-A02A-485C-8A7A-59F061FC13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B03617C-BC82-408E-9AB0-69C24812614B}" type="pres">
      <dgm:prSet presAssocID="{4783469E-A02A-485C-8A7A-59F061FC1311}" presName="spaceRect" presStyleCnt="0"/>
      <dgm:spPr/>
    </dgm:pt>
    <dgm:pt modelId="{0D63FA4D-5437-4732-B7D3-F70E6477156D}" type="pres">
      <dgm:prSet presAssocID="{4783469E-A02A-485C-8A7A-59F061FC1311}" presName="parTx" presStyleLbl="revTx" presStyleIdx="0" presStyleCnt="4">
        <dgm:presLayoutVars>
          <dgm:chMax val="0"/>
          <dgm:chPref val="0"/>
        </dgm:presLayoutVars>
      </dgm:prSet>
      <dgm:spPr/>
    </dgm:pt>
    <dgm:pt modelId="{5767895A-BA08-4A97-A650-3CD29A02077B}" type="pres">
      <dgm:prSet presAssocID="{E6C9D343-05A4-485B-B5A7-EF44DEAAFB9A}" presName="sibTrans" presStyleCnt="0"/>
      <dgm:spPr/>
    </dgm:pt>
    <dgm:pt modelId="{CC990848-7346-4F2D-B1D1-8AF6A4020130}" type="pres">
      <dgm:prSet presAssocID="{BB753AA5-38A5-4164-A837-B00E1C70698E}" presName="compNode" presStyleCnt="0"/>
      <dgm:spPr/>
    </dgm:pt>
    <dgm:pt modelId="{C0E15F2A-CB18-4DF2-87CE-64331B1B134D}" type="pres">
      <dgm:prSet presAssocID="{BB753AA5-38A5-4164-A837-B00E1C70698E}" presName="bgRect" presStyleLbl="bgShp" presStyleIdx="1" presStyleCnt="4"/>
      <dgm:spPr/>
    </dgm:pt>
    <dgm:pt modelId="{D01C857D-0ADE-4305-946E-DC3A6B5E0515}" type="pres">
      <dgm:prSet presAssocID="{BB753AA5-38A5-4164-A837-B00E1C7069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F09B15-3C03-4887-9321-A65F822123F4}" type="pres">
      <dgm:prSet presAssocID="{BB753AA5-38A5-4164-A837-B00E1C70698E}" presName="spaceRect" presStyleCnt="0"/>
      <dgm:spPr/>
    </dgm:pt>
    <dgm:pt modelId="{D13821C8-F0AD-447E-8DC7-FAD311738A9D}" type="pres">
      <dgm:prSet presAssocID="{BB753AA5-38A5-4164-A837-B00E1C70698E}" presName="parTx" presStyleLbl="revTx" presStyleIdx="1" presStyleCnt="4">
        <dgm:presLayoutVars>
          <dgm:chMax val="0"/>
          <dgm:chPref val="0"/>
        </dgm:presLayoutVars>
      </dgm:prSet>
      <dgm:spPr/>
    </dgm:pt>
    <dgm:pt modelId="{D3EAD5F7-8042-47AB-80DE-3D4EABFAE20B}" type="pres">
      <dgm:prSet presAssocID="{83358AD1-698C-478F-A222-48B9C9795CFD}" presName="sibTrans" presStyleCnt="0"/>
      <dgm:spPr/>
    </dgm:pt>
    <dgm:pt modelId="{E0827F17-AE55-41E4-B036-1D1860B3C84E}" type="pres">
      <dgm:prSet presAssocID="{E88F8E1C-48FF-494F-B264-50E493C70468}" presName="compNode" presStyleCnt="0"/>
      <dgm:spPr/>
    </dgm:pt>
    <dgm:pt modelId="{059A1C05-959E-48E9-AF22-4D668D8666FA}" type="pres">
      <dgm:prSet presAssocID="{E88F8E1C-48FF-494F-B264-50E493C70468}" presName="bgRect" presStyleLbl="bgShp" presStyleIdx="2" presStyleCnt="4"/>
      <dgm:spPr/>
    </dgm:pt>
    <dgm:pt modelId="{303E95ED-F2AD-4FA8-9036-6B536DC7F8D2}" type="pres">
      <dgm:prSet presAssocID="{E88F8E1C-48FF-494F-B264-50E493C704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8965FCF-5C27-4A45-80B6-583ABD87002E}" type="pres">
      <dgm:prSet presAssocID="{E88F8E1C-48FF-494F-B264-50E493C70468}" presName="spaceRect" presStyleCnt="0"/>
      <dgm:spPr/>
    </dgm:pt>
    <dgm:pt modelId="{60DD5BFF-D763-43B2-8EF5-CDEE23F02004}" type="pres">
      <dgm:prSet presAssocID="{E88F8E1C-48FF-494F-B264-50E493C70468}" presName="parTx" presStyleLbl="revTx" presStyleIdx="2" presStyleCnt="4">
        <dgm:presLayoutVars>
          <dgm:chMax val="0"/>
          <dgm:chPref val="0"/>
        </dgm:presLayoutVars>
      </dgm:prSet>
      <dgm:spPr/>
    </dgm:pt>
    <dgm:pt modelId="{8D7219B7-1A1D-423B-A6CA-3AACED3619E9}" type="pres">
      <dgm:prSet presAssocID="{D9377A23-D35C-45BE-AD1E-2F93ADC842DD}" presName="sibTrans" presStyleCnt="0"/>
      <dgm:spPr/>
    </dgm:pt>
    <dgm:pt modelId="{4B047DF7-4D1B-46CC-9CBE-CB747BA68F96}" type="pres">
      <dgm:prSet presAssocID="{DA629122-8F2E-4878-A29D-0BADF8623B88}" presName="compNode" presStyleCnt="0"/>
      <dgm:spPr/>
    </dgm:pt>
    <dgm:pt modelId="{EB3B44B0-A337-411A-8E51-C9A12B19F5C5}" type="pres">
      <dgm:prSet presAssocID="{DA629122-8F2E-4878-A29D-0BADF8623B88}" presName="bgRect" presStyleLbl="bgShp" presStyleIdx="3" presStyleCnt="4"/>
      <dgm:spPr/>
    </dgm:pt>
    <dgm:pt modelId="{01041DDA-E1EE-4CAE-9A65-5B14CB25DDCC}" type="pres">
      <dgm:prSet presAssocID="{DA629122-8F2E-4878-A29D-0BADF8623B8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B61F16A4-01B9-42B4-9A5C-E30EA8AD5F37}" type="pres">
      <dgm:prSet presAssocID="{DA629122-8F2E-4878-A29D-0BADF8623B88}" presName="spaceRect" presStyleCnt="0"/>
      <dgm:spPr/>
    </dgm:pt>
    <dgm:pt modelId="{11B27A6F-4ADA-49C2-B9D3-68F3A00EE44F}" type="pres">
      <dgm:prSet presAssocID="{DA629122-8F2E-4878-A29D-0BADF8623B8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D5B210B-BD68-4B2C-A82A-216A4FB798AD}" srcId="{D01EFA06-FE73-424A-BD0F-754902ADEEF7}" destId="{DA629122-8F2E-4878-A29D-0BADF8623B88}" srcOrd="3" destOrd="0" parTransId="{FD881645-153A-4916-80E9-2CD14A41BE56}" sibTransId="{944FB03A-29B2-4443-81F1-E7FE972589F8}"/>
    <dgm:cxn modelId="{687BE82B-1ACF-42CE-9BE7-F76251F0F82E}" srcId="{D01EFA06-FE73-424A-BD0F-754902ADEEF7}" destId="{BB753AA5-38A5-4164-A837-B00E1C70698E}" srcOrd="1" destOrd="0" parTransId="{36012B87-9ADC-4D61-AC79-D24A6A1A13D3}" sibTransId="{83358AD1-698C-478F-A222-48B9C9795CFD}"/>
    <dgm:cxn modelId="{2EE59F6C-E005-4388-88D3-A3F9F69D2705}" type="presOf" srcId="{D01EFA06-FE73-424A-BD0F-754902ADEEF7}" destId="{567EECF5-D87F-4C58-B3E3-EE21AE7EBA1C}" srcOrd="0" destOrd="0" presId="urn:microsoft.com/office/officeart/2018/2/layout/IconVerticalSolidList"/>
    <dgm:cxn modelId="{EE666D52-5795-44A9-B38A-20CB289732B6}" srcId="{D01EFA06-FE73-424A-BD0F-754902ADEEF7}" destId="{4783469E-A02A-485C-8A7A-59F061FC1311}" srcOrd="0" destOrd="0" parTransId="{C5EE0737-A245-4A38-AC36-4F97F24CD645}" sibTransId="{E6C9D343-05A4-485B-B5A7-EF44DEAAFB9A}"/>
    <dgm:cxn modelId="{63F2A277-CBAC-4854-9359-A536CEA60912}" type="presOf" srcId="{BB753AA5-38A5-4164-A837-B00E1C70698E}" destId="{D13821C8-F0AD-447E-8DC7-FAD311738A9D}" srcOrd="0" destOrd="0" presId="urn:microsoft.com/office/officeart/2018/2/layout/IconVerticalSolidList"/>
    <dgm:cxn modelId="{1C7A315A-B4F2-40B6-BF63-B4977DCCFE9F}" type="presOf" srcId="{DA629122-8F2E-4878-A29D-0BADF8623B88}" destId="{11B27A6F-4ADA-49C2-B9D3-68F3A00EE44F}" srcOrd="0" destOrd="0" presId="urn:microsoft.com/office/officeart/2018/2/layout/IconVerticalSolidList"/>
    <dgm:cxn modelId="{56697CC8-00BA-45CC-B9AE-FE3CC0E44FF7}" type="presOf" srcId="{E88F8E1C-48FF-494F-B264-50E493C70468}" destId="{60DD5BFF-D763-43B2-8EF5-CDEE23F02004}" srcOrd="0" destOrd="0" presId="urn:microsoft.com/office/officeart/2018/2/layout/IconVerticalSolidList"/>
    <dgm:cxn modelId="{92066DCB-08E2-481A-9F95-21A339FEF2BF}" type="presOf" srcId="{4783469E-A02A-485C-8A7A-59F061FC1311}" destId="{0D63FA4D-5437-4732-B7D3-F70E6477156D}" srcOrd="0" destOrd="0" presId="urn:microsoft.com/office/officeart/2018/2/layout/IconVerticalSolidList"/>
    <dgm:cxn modelId="{02E87FF5-C632-4BED-A2E6-2F1F01EB4234}" srcId="{D01EFA06-FE73-424A-BD0F-754902ADEEF7}" destId="{E88F8E1C-48FF-494F-B264-50E493C70468}" srcOrd="2" destOrd="0" parTransId="{DBB688D9-3805-4048-948D-7FD96ACE344F}" sibTransId="{D9377A23-D35C-45BE-AD1E-2F93ADC842DD}"/>
    <dgm:cxn modelId="{F4C77222-B1F6-4012-BC33-E2532D0F822F}" type="presParOf" srcId="{567EECF5-D87F-4C58-B3E3-EE21AE7EBA1C}" destId="{FEEB86DE-AAE5-4EE3-AE3F-7BE7B3C2C59C}" srcOrd="0" destOrd="0" presId="urn:microsoft.com/office/officeart/2018/2/layout/IconVerticalSolidList"/>
    <dgm:cxn modelId="{955CA8E2-049F-4A00-BFAC-FFE6DBC8B020}" type="presParOf" srcId="{FEEB86DE-AAE5-4EE3-AE3F-7BE7B3C2C59C}" destId="{E957F68A-FF04-4673-9382-F8565C3646A9}" srcOrd="0" destOrd="0" presId="urn:microsoft.com/office/officeart/2018/2/layout/IconVerticalSolidList"/>
    <dgm:cxn modelId="{B37146D6-2498-4404-B8A2-ECCA6E4DA6F6}" type="presParOf" srcId="{FEEB86DE-AAE5-4EE3-AE3F-7BE7B3C2C59C}" destId="{3D49D62F-227C-4435-8C61-D32B97631735}" srcOrd="1" destOrd="0" presId="urn:microsoft.com/office/officeart/2018/2/layout/IconVerticalSolidList"/>
    <dgm:cxn modelId="{CD1BA3A6-4468-4386-8E53-48D6FF93E566}" type="presParOf" srcId="{FEEB86DE-AAE5-4EE3-AE3F-7BE7B3C2C59C}" destId="{9B03617C-BC82-408E-9AB0-69C24812614B}" srcOrd="2" destOrd="0" presId="urn:microsoft.com/office/officeart/2018/2/layout/IconVerticalSolidList"/>
    <dgm:cxn modelId="{75B4648D-3A64-43C7-B0BA-A669EBC285FF}" type="presParOf" srcId="{FEEB86DE-AAE5-4EE3-AE3F-7BE7B3C2C59C}" destId="{0D63FA4D-5437-4732-B7D3-F70E6477156D}" srcOrd="3" destOrd="0" presId="urn:microsoft.com/office/officeart/2018/2/layout/IconVerticalSolidList"/>
    <dgm:cxn modelId="{173F065C-36C3-4B92-BB4A-199D97DA97F6}" type="presParOf" srcId="{567EECF5-D87F-4C58-B3E3-EE21AE7EBA1C}" destId="{5767895A-BA08-4A97-A650-3CD29A02077B}" srcOrd="1" destOrd="0" presId="urn:microsoft.com/office/officeart/2018/2/layout/IconVerticalSolidList"/>
    <dgm:cxn modelId="{CD08A91B-6C5C-4DA0-81D5-BB4139EC18E9}" type="presParOf" srcId="{567EECF5-D87F-4C58-B3E3-EE21AE7EBA1C}" destId="{CC990848-7346-4F2D-B1D1-8AF6A4020130}" srcOrd="2" destOrd="0" presId="urn:microsoft.com/office/officeart/2018/2/layout/IconVerticalSolidList"/>
    <dgm:cxn modelId="{2F14D708-D5F9-4FBF-8956-1891936B8626}" type="presParOf" srcId="{CC990848-7346-4F2D-B1D1-8AF6A4020130}" destId="{C0E15F2A-CB18-4DF2-87CE-64331B1B134D}" srcOrd="0" destOrd="0" presId="urn:microsoft.com/office/officeart/2018/2/layout/IconVerticalSolidList"/>
    <dgm:cxn modelId="{CECA525A-63E6-4A84-9375-13E04AE195D5}" type="presParOf" srcId="{CC990848-7346-4F2D-B1D1-8AF6A4020130}" destId="{D01C857D-0ADE-4305-946E-DC3A6B5E0515}" srcOrd="1" destOrd="0" presId="urn:microsoft.com/office/officeart/2018/2/layout/IconVerticalSolidList"/>
    <dgm:cxn modelId="{07A552A9-4E4E-44CD-9C1A-339025001014}" type="presParOf" srcId="{CC990848-7346-4F2D-B1D1-8AF6A4020130}" destId="{DDF09B15-3C03-4887-9321-A65F822123F4}" srcOrd="2" destOrd="0" presId="urn:microsoft.com/office/officeart/2018/2/layout/IconVerticalSolidList"/>
    <dgm:cxn modelId="{0F4AD7CD-8FEE-4DA6-933A-26C8FBF95AA0}" type="presParOf" srcId="{CC990848-7346-4F2D-B1D1-8AF6A4020130}" destId="{D13821C8-F0AD-447E-8DC7-FAD311738A9D}" srcOrd="3" destOrd="0" presId="urn:microsoft.com/office/officeart/2018/2/layout/IconVerticalSolidList"/>
    <dgm:cxn modelId="{B4C400E8-AEA1-46E6-B66F-67C89389ED86}" type="presParOf" srcId="{567EECF5-D87F-4C58-B3E3-EE21AE7EBA1C}" destId="{D3EAD5F7-8042-47AB-80DE-3D4EABFAE20B}" srcOrd="3" destOrd="0" presId="urn:microsoft.com/office/officeart/2018/2/layout/IconVerticalSolidList"/>
    <dgm:cxn modelId="{09004609-ED95-4884-A3D8-E4F01B881D4B}" type="presParOf" srcId="{567EECF5-D87F-4C58-B3E3-EE21AE7EBA1C}" destId="{E0827F17-AE55-41E4-B036-1D1860B3C84E}" srcOrd="4" destOrd="0" presId="urn:microsoft.com/office/officeart/2018/2/layout/IconVerticalSolidList"/>
    <dgm:cxn modelId="{A13A1B2E-83FE-4145-8064-5F22971D13D7}" type="presParOf" srcId="{E0827F17-AE55-41E4-B036-1D1860B3C84E}" destId="{059A1C05-959E-48E9-AF22-4D668D8666FA}" srcOrd="0" destOrd="0" presId="urn:microsoft.com/office/officeart/2018/2/layout/IconVerticalSolidList"/>
    <dgm:cxn modelId="{E882137B-FE70-408F-A2C6-DD16E5D8D38B}" type="presParOf" srcId="{E0827F17-AE55-41E4-B036-1D1860B3C84E}" destId="{303E95ED-F2AD-4FA8-9036-6B536DC7F8D2}" srcOrd="1" destOrd="0" presId="urn:microsoft.com/office/officeart/2018/2/layout/IconVerticalSolidList"/>
    <dgm:cxn modelId="{3363BB95-DC9E-4C83-9C5A-017C0264E203}" type="presParOf" srcId="{E0827F17-AE55-41E4-B036-1D1860B3C84E}" destId="{88965FCF-5C27-4A45-80B6-583ABD87002E}" srcOrd="2" destOrd="0" presId="urn:microsoft.com/office/officeart/2018/2/layout/IconVerticalSolidList"/>
    <dgm:cxn modelId="{4FB59877-769E-404A-8B76-EEF480237169}" type="presParOf" srcId="{E0827F17-AE55-41E4-B036-1D1860B3C84E}" destId="{60DD5BFF-D763-43B2-8EF5-CDEE23F02004}" srcOrd="3" destOrd="0" presId="urn:microsoft.com/office/officeart/2018/2/layout/IconVerticalSolidList"/>
    <dgm:cxn modelId="{2FAA1669-BD01-4ADA-A989-E7A78486CCE9}" type="presParOf" srcId="{567EECF5-D87F-4C58-B3E3-EE21AE7EBA1C}" destId="{8D7219B7-1A1D-423B-A6CA-3AACED3619E9}" srcOrd="5" destOrd="0" presId="urn:microsoft.com/office/officeart/2018/2/layout/IconVerticalSolidList"/>
    <dgm:cxn modelId="{8C33E57B-68CD-41E8-9951-96A0EED48AE4}" type="presParOf" srcId="{567EECF5-D87F-4C58-B3E3-EE21AE7EBA1C}" destId="{4B047DF7-4D1B-46CC-9CBE-CB747BA68F96}" srcOrd="6" destOrd="0" presId="urn:microsoft.com/office/officeart/2018/2/layout/IconVerticalSolidList"/>
    <dgm:cxn modelId="{23338D49-1482-4E66-97CD-034031D7772D}" type="presParOf" srcId="{4B047DF7-4D1B-46CC-9CBE-CB747BA68F96}" destId="{EB3B44B0-A337-411A-8E51-C9A12B19F5C5}" srcOrd="0" destOrd="0" presId="urn:microsoft.com/office/officeart/2018/2/layout/IconVerticalSolidList"/>
    <dgm:cxn modelId="{F2287972-1D87-4481-9FB9-29CDEC730D3C}" type="presParOf" srcId="{4B047DF7-4D1B-46CC-9CBE-CB747BA68F96}" destId="{01041DDA-E1EE-4CAE-9A65-5B14CB25DDCC}" srcOrd="1" destOrd="0" presId="urn:microsoft.com/office/officeart/2018/2/layout/IconVerticalSolidList"/>
    <dgm:cxn modelId="{867C4F0F-3350-4C7C-A493-7C5D1246AB6E}" type="presParOf" srcId="{4B047DF7-4D1B-46CC-9CBE-CB747BA68F96}" destId="{B61F16A4-01B9-42B4-9A5C-E30EA8AD5F37}" srcOrd="2" destOrd="0" presId="urn:microsoft.com/office/officeart/2018/2/layout/IconVerticalSolidList"/>
    <dgm:cxn modelId="{A31ED332-06E1-4517-B65C-18D4CC3F34F4}" type="presParOf" srcId="{4B047DF7-4D1B-46CC-9CBE-CB747BA68F96}" destId="{11B27A6F-4ADA-49C2-B9D3-68F3A00EE4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7A744B-DB76-4F31-8D10-9EA0A8F77B3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79FDAAD-DA52-4051-A150-223A8583CD98}">
      <dgm:prSet custT="1"/>
      <dgm:spPr/>
      <dgm:t>
        <a:bodyPr/>
        <a:lstStyle/>
        <a:p>
          <a:r>
            <a:rPr lang="es-MX" sz="2400" dirty="0"/>
            <a:t>Alto número de </a:t>
          </a:r>
          <a:r>
            <a:rPr lang="es-MX" sz="2400" dirty="0" err="1"/>
            <a:t>hiperparámetros</a:t>
          </a:r>
          <a:r>
            <a:rPr lang="es-MX" sz="2400" dirty="0"/>
            <a:t>.</a:t>
          </a:r>
          <a:endParaRPr lang="en-US" sz="2400" dirty="0"/>
        </a:p>
      </dgm:t>
    </dgm:pt>
    <dgm:pt modelId="{0EF31B01-EB29-4FC5-BC70-2F8BEEA4FC86}" type="parTrans" cxnId="{B8092217-9805-40BA-BE18-89BBCC54670A}">
      <dgm:prSet/>
      <dgm:spPr/>
      <dgm:t>
        <a:bodyPr/>
        <a:lstStyle/>
        <a:p>
          <a:endParaRPr lang="en-US"/>
        </a:p>
      </dgm:t>
    </dgm:pt>
    <dgm:pt modelId="{4BA2B2EC-7662-458A-A706-EA0379887315}" type="sibTrans" cxnId="{B8092217-9805-40BA-BE18-89BBCC54670A}">
      <dgm:prSet/>
      <dgm:spPr/>
      <dgm:t>
        <a:bodyPr/>
        <a:lstStyle/>
        <a:p>
          <a:endParaRPr lang="en-US"/>
        </a:p>
      </dgm:t>
    </dgm:pt>
    <dgm:pt modelId="{1C2BBEC6-9E1D-410C-B597-4F619A7099BF}">
      <dgm:prSet custT="1"/>
      <dgm:spPr/>
      <dgm:t>
        <a:bodyPr/>
        <a:lstStyle/>
        <a:p>
          <a:r>
            <a:rPr lang="es-MX" sz="2400" dirty="0"/>
            <a:t>No es escalable a un número alto de observaciones (10,000).</a:t>
          </a:r>
          <a:endParaRPr lang="en-US" sz="2400" dirty="0"/>
        </a:p>
      </dgm:t>
    </dgm:pt>
    <dgm:pt modelId="{9B30F023-0F44-4EF4-AD81-6899D6E97881}" type="parTrans" cxnId="{8C5F76AE-FAD4-4056-A27C-ABA550AB1F99}">
      <dgm:prSet/>
      <dgm:spPr/>
      <dgm:t>
        <a:bodyPr/>
        <a:lstStyle/>
        <a:p>
          <a:endParaRPr lang="en-US"/>
        </a:p>
      </dgm:t>
    </dgm:pt>
    <dgm:pt modelId="{8E9A9D26-E0D6-4052-8268-2C357AB4115A}" type="sibTrans" cxnId="{8C5F76AE-FAD4-4056-A27C-ABA550AB1F99}">
      <dgm:prSet/>
      <dgm:spPr/>
      <dgm:t>
        <a:bodyPr/>
        <a:lstStyle/>
        <a:p>
          <a:endParaRPr lang="en-US"/>
        </a:p>
      </dgm:t>
    </dgm:pt>
    <dgm:pt modelId="{CF9E7EEC-0051-4E0A-9F83-FB4FB2A3FA32}" type="pres">
      <dgm:prSet presAssocID="{D17A744B-DB76-4F31-8D10-9EA0A8F77B3A}" presName="root" presStyleCnt="0">
        <dgm:presLayoutVars>
          <dgm:dir/>
          <dgm:resizeHandles val="exact"/>
        </dgm:presLayoutVars>
      </dgm:prSet>
      <dgm:spPr/>
    </dgm:pt>
    <dgm:pt modelId="{5FFACD14-079D-4908-A760-41344EB9ED1D}" type="pres">
      <dgm:prSet presAssocID="{C79FDAAD-DA52-4051-A150-223A8583CD98}" presName="compNode" presStyleCnt="0"/>
      <dgm:spPr/>
    </dgm:pt>
    <dgm:pt modelId="{D0CE591B-2070-48C2-9899-B9628E936094}" type="pres">
      <dgm:prSet presAssocID="{C79FDAAD-DA52-4051-A150-223A8583CD9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64A00417-63CE-46C2-84E6-D9E6DB30E8DE}" type="pres">
      <dgm:prSet presAssocID="{C79FDAAD-DA52-4051-A150-223A8583CD98}" presName="spaceRect" presStyleCnt="0"/>
      <dgm:spPr/>
    </dgm:pt>
    <dgm:pt modelId="{93A3B04D-2764-415E-BC14-0502BC706B26}" type="pres">
      <dgm:prSet presAssocID="{C79FDAAD-DA52-4051-A150-223A8583CD98}" presName="textRect" presStyleLbl="revTx" presStyleIdx="0" presStyleCnt="2">
        <dgm:presLayoutVars>
          <dgm:chMax val="1"/>
          <dgm:chPref val="1"/>
        </dgm:presLayoutVars>
      </dgm:prSet>
      <dgm:spPr/>
    </dgm:pt>
    <dgm:pt modelId="{CBC6DC3F-6AD6-4FA5-839A-7C742ECB9836}" type="pres">
      <dgm:prSet presAssocID="{4BA2B2EC-7662-458A-A706-EA0379887315}" presName="sibTrans" presStyleCnt="0"/>
      <dgm:spPr/>
    </dgm:pt>
    <dgm:pt modelId="{703F6E8D-3AB4-4CD1-BCBA-40C34A9C1C1C}" type="pres">
      <dgm:prSet presAssocID="{1C2BBEC6-9E1D-410C-B597-4F619A7099BF}" presName="compNode" presStyleCnt="0"/>
      <dgm:spPr/>
    </dgm:pt>
    <dgm:pt modelId="{DAB4200B-DDB8-4CBF-B7D0-C2641347788D}" type="pres">
      <dgm:prSet presAssocID="{1C2BBEC6-9E1D-410C-B597-4F619A7099B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203218C1-3B01-41EA-AD8D-86BB4599BE3C}" type="pres">
      <dgm:prSet presAssocID="{1C2BBEC6-9E1D-410C-B597-4F619A7099BF}" presName="spaceRect" presStyleCnt="0"/>
      <dgm:spPr/>
    </dgm:pt>
    <dgm:pt modelId="{10A1D2D6-796F-4A74-AEDE-2559E854DF37}" type="pres">
      <dgm:prSet presAssocID="{1C2BBEC6-9E1D-410C-B597-4F619A7099BF}" presName="textRect" presStyleLbl="revTx" presStyleIdx="1" presStyleCnt="2" custScaleX="105194">
        <dgm:presLayoutVars>
          <dgm:chMax val="1"/>
          <dgm:chPref val="1"/>
        </dgm:presLayoutVars>
      </dgm:prSet>
      <dgm:spPr/>
    </dgm:pt>
  </dgm:ptLst>
  <dgm:cxnLst>
    <dgm:cxn modelId="{71EB5F14-91CD-4E9A-BCC3-8ACB0EEC2028}" type="presOf" srcId="{D17A744B-DB76-4F31-8D10-9EA0A8F77B3A}" destId="{CF9E7EEC-0051-4E0A-9F83-FB4FB2A3FA32}" srcOrd="0" destOrd="0" presId="urn:microsoft.com/office/officeart/2018/2/layout/IconLabelList"/>
    <dgm:cxn modelId="{B8092217-9805-40BA-BE18-89BBCC54670A}" srcId="{D17A744B-DB76-4F31-8D10-9EA0A8F77B3A}" destId="{C79FDAAD-DA52-4051-A150-223A8583CD98}" srcOrd="0" destOrd="0" parTransId="{0EF31B01-EB29-4FC5-BC70-2F8BEEA4FC86}" sibTransId="{4BA2B2EC-7662-458A-A706-EA0379887315}"/>
    <dgm:cxn modelId="{14C64A63-20F9-455B-BBF3-85E86B6E33D0}" type="presOf" srcId="{1C2BBEC6-9E1D-410C-B597-4F619A7099BF}" destId="{10A1D2D6-796F-4A74-AEDE-2559E854DF37}" srcOrd="0" destOrd="0" presId="urn:microsoft.com/office/officeart/2018/2/layout/IconLabelList"/>
    <dgm:cxn modelId="{F8057980-AE9D-471F-B989-5B69B18F49D9}" type="presOf" srcId="{C79FDAAD-DA52-4051-A150-223A8583CD98}" destId="{93A3B04D-2764-415E-BC14-0502BC706B26}" srcOrd="0" destOrd="0" presId="urn:microsoft.com/office/officeart/2018/2/layout/IconLabelList"/>
    <dgm:cxn modelId="{8C5F76AE-FAD4-4056-A27C-ABA550AB1F99}" srcId="{D17A744B-DB76-4F31-8D10-9EA0A8F77B3A}" destId="{1C2BBEC6-9E1D-410C-B597-4F619A7099BF}" srcOrd="1" destOrd="0" parTransId="{9B30F023-0F44-4EF4-AD81-6899D6E97881}" sibTransId="{8E9A9D26-E0D6-4052-8268-2C357AB4115A}"/>
    <dgm:cxn modelId="{6F98BEE6-2B0A-483D-886D-660375EFBD8D}" type="presParOf" srcId="{CF9E7EEC-0051-4E0A-9F83-FB4FB2A3FA32}" destId="{5FFACD14-079D-4908-A760-41344EB9ED1D}" srcOrd="0" destOrd="0" presId="urn:microsoft.com/office/officeart/2018/2/layout/IconLabelList"/>
    <dgm:cxn modelId="{4A521D54-50F8-49C8-906C-A327AAD61124}" type="presParOf" srcId="{5FFACD14-079D-4908-A760-41344EB9ED1D}" destId="{D0CE591B-2070-48C2-9899-B9628E936094}" srcOrd="0" destOrd="0" presId="urn:microsoft.com/office/officeart/2018/2/layout/IconLabelList"/>
    <dgm:cxn modelId="{FE21E476-6C77-4EBF-B7F9-976AF6C57E71}" type="presParOf" srcId="{5FFACD14-079D-4908-A760-41344EB9ED1D}" destId="{64A00417-63CE-46C2-84E6-D9E6DB30E8DE}" srcOrd="1" destOrd="0" presId="urn:microsoft.com/office/officeart/2018/2/layout/IconLabelList"/>
    <dgm:cxn modelId="{A88E88CE-91D9-4236-8672-9B039570BFC2}" type="presParOf" srcId="{5FFACD14-079D-4908-A760-41344EB9ED1D}" destId="{93A3B04D-2764-415E-BC14-0502BC706B26}" srcOrd="2" destOrd="0" presId="urn:microsoft.com/office/officeart/2018/2/layout/IconLabelList"/>
    <dgm:cxn modelId="{AE70280C-58E1-4EB5-BCB4-C312965213A6}" type="presParOf" srcId="{CF9E7EEC-0051-4E0A-9F83-FB4FB2A3FA32}" destId="{CBC6DC3F-6AD6-4FA5-839A-7C742ECB9836}" srcOrd="1" destOrd="0" presId="urn:microsoft.com/office/officeart/2018/2/layout/IconLabelList"/>
    <dgm:cxn modelId="{E0A56495-CD38-4B76-8554-6C5A40C49332}" type="presParOf" srcId="{CF9E7EEC-0051-4E0A-9F83-FB4FB2A3FA32}" destId="{703F6E8D-3AB4-4CD1-BCBA-40C34A9C1C1C}" srcOrd="2" destOrd="0" presId="urn:microsoft.com/office/officeart/2018/2/layout/IconLabelList"/>
    <dgm:cxn modelId="{1C856A6B-5E8E-4D0F-8F1C-47B3A78E1599}" type="presParOf" srcId="{703F6E8D-3AB4-4CD1-BCBA-40C34A9C1C1C}" destId="{DAB4200B-DDB8-4CBF-B7D0-C2641347788D}" srcOrd="0" destOrd="0" presId="urn:microsoft.com/office/officeart/2018/2/layout/IconLabelList"/>
    <dgm:cxn modelId="{0BF45A70-B4A4-4106-9C21-E016459BDCC9}" type="presParOf" srcId="{703F6E8D-3AB4-4CD1-BCBA-40C34A9C1C1C}" destId="{203218C1-3B01-41EA-AD8D-86BB4599BE3C}" srcOrd="1" destOrd="0" presId="urn:microsoft.com/office/officeart/2018/2/layout/IconLabelList"/>
    <dgm:cxn modelId="{856420A1-EA8F-4F32-A5E9-42B125622262}" type="presParOf" srcId="{703F6E8D-3AB4-4CD1-BCBA-40C34A9C1C1C}" destId="{10A1D2D6-796F-4A74-AEDE-2559E854DF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7F68A-FF04-4673-9382-F8565C3646A9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9D62F-227C-4435-8C61-D32B97631735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3FA4D-5437-4732-B7D3-F70E6477156D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Clasificación, regresión y detección de anomalías.</a:t>
          </a:r>
          <a:endParaRPr lang="en-US" sz="2100" kern="1200"/>
        </a:p>
      </dsp:txBody>
      <dsp:txXfrm>
        <a:off x="1339618" y="2288"/>
        <a:ext cx="5024605" cy="1159843"/>
      </dsp:txXfrm>
    </dsp:sp>
    <dsp:sp modelId="{C0E15F2A-CB18-4DF2-87CE-64331B1B134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1C857D-0ADE-4305-946E-DC3A6B5E051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821C8-F0AD-447E-8DC7-FAD311738A9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Manipulación robusta de overfitting, datos ruidosos y outliers.</a:t>
          </a:r>
          <a:endParaRPr lang="en-US" sz="2100" kern="1200"/>
        </a:p>
      </dsp:txBody>
      <dsp:txXfrm>
        <a:off x="1339618" y="1452092"/>
        <a:ext cx="5024605" cy="1159843"/>
      </dsp:txXfrm>
    </dsp:sp>
    <dsp:sp modelId="{059A1C05-959E-48E9-AF22-4D668D8666FA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E95ED-F2AD-4FA8-9036-6B536DC7F8D2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D5BFF-D763-43B2-8EF5-CDEE23F02004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Capacidad de integrar situaciones con muchas variables (incluso si se tienen más variables que observaciones).</a:t>
          </a:r>
          <a:endParaRPr lang="en-US" sz="2100" kern="1200"/>
        </a:p>
      </dsp:txBody>
      <dsp:txXfrm>
        <a:off x="1339618" y="2901896"/>
        <a:ext cx="5024605" cy="1159843"/>
      </dsp:txXfrm>
    </dsp:sp>
    <dsp:sp modelId="{EB3B44B0-A337-411A-8E51-C9A12B19F5C5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41DDA-E1EE-4CAE-9A65-5B14CB25DDC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27A6F-4ADA-49C2-B9D3-68F3A00EE44F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Detección automática de no linealidad.</a:t>
          </a:r>
          <a:endParaRPr lang="en-US" sz="2100" kern="1200"/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E591B-2070-48C2-9899-B9628E936094}">
      <dsp:nvSpPr>
        <dsp:cNvPr id="0" name=""/>
        <dsp:cNvSpPr/>
      </dsp:nvSpPr>
      <dsp:spPr>
        <a:xfrm>
          <a:off x="1697067" y="730380"/>
          <a:ext cx="1908562" cy="190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3B04D-2764-415E-BC14-0502BC706B26}">
      <dsp:nvSpPr>
        <dsp:cNvPr id="0" name=""/>
        <dsp:cNvSpPr/>
      </dsp:nvSpPr>
      <dsp:spPr>
        <a:xfrm>
          <a:off x="530723" y="3107571"/>
          <a:ext cx="4241250" cy="74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Alto número de </a:t>
          </a:r>
          <a:r>
            <a:rPr lang="es-MX" sz="2400" kern="1200" dirty="0" err="1"/>
            <a:t>hiperparámetros</a:t>
          </a:r>
          <a:r>
            <a:rPr lang="es-MX" sz="2400" kern="1200" dirty="0"/>
            <a:t>.</a:t>
          </a:r>
          <a:endParaRPr lang="en-US" sz="2400" kern="1200" dirty="0"/>
        </a:p>
      </dsp:txBody>
      <dsp:txXfrm>
        <a:off x="530723" y="3107571"/>
        <a:ext cx="4241250" cy="746993"/>
      </dsp:txXfrm>
    </dsp:sp>
    <dsp:sp modelId="{DAB4200B-DDB8-4CBF-B7D0-C2641347788D}">
      <dsp:nvSpPr>
        <dsp:cNvPr id="0" name=""/>
        <dsp:cNvSpPr/>
      </dsp:nvSpPr>
      <dsp:spPr>
        <a:xfrm>
          <a:off x="6790681" y="730380"/>
          <a:ext cx="1908562" cy="190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1D2D6-796F-4A74-AEDE-2559E854DF37}">
      <dsp:nvSpPr>
        <dsp:cNvPr id="0" name=""/>
        <dsp:cNvSpPr/>
      </dsp:nvSpPr>
      <dsp:spPr>
        <a:xfrm>
          <a:off x="5514192" y="3107571"/>
          <a:ext cx="4461540" cy="746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No es escalable a un número alto de observaciones (10,000).</a:t>
          </a:r>
          <a:endParaRPr lang="en-US" sz="2400" kern="1200" dirty="0"/>
        </a:p>
      </dsp:txBody>
      <dsp:txXfrm>
        <a:off x="5514192" y="3107571"/>
        <a:ext cx="4461540" cy="746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48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5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9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9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0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0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0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6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7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3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8FA04FC4-84F3-484F-93C8-F1CC4694D4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6" r="14303" b="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D18B0-C140-4A54-92D2-5AA274B59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s-MX" sz="4800"/>
              <a:t>Máquinas de Vectores de Soporte (SVM)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D5BA2-F578-47DD-8907-2D097AB1D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endParaRPr lang="es-MX" sz="2000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447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D6B3E-C220-406F-B147-EEE7CCC10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MX" dirty="0"/>
              <a:t>Característica Principal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4DBF3-17BA-4A8A-A908-4C6330A95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679" y="2267245"/>
            <a:ext cx="6602341" cy="23143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dirty="0"/>
              <a:t>Construye modelos que son suficientemente complejos para afrontar problemas reales y, a la vez, lo suficientemente simples para poder ser analizados matemáticamente.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08492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99581-338C-46B7-A39A-E062952A6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MX"/>
              <a:t>Características</a:t>
            </a:r>
            <a:endParaRPr lang="es-MX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09AA3D4-D983-46AF-AEF0-D033B0406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39783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319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ED08A-6ADD-46FD-9918-F90AFAD3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s-MX" dirty="0"/>
              <a:t>Desventajas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3A3B73-FBF4-41E0-BB42-EFEB3954C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005921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266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6FAECE-6C4F-4E24-B04C-05FAA343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funciona?</a:t>
            </a:r>
          </a:p>
        </p:txBody>
      </p:sp>
      <p:pic>
        <p:nvPicPr>
          <p:cNvPr id="6" name="Imagen 19">
            <a:extLst>
              <a:ext uri="{FF2B5EF4-FFF2-40B4-BE49-F238E27FC236}">
                <a16:creationId xmlns:a16="http://schemas.microsoft.com/office/drawing/2014/main" id="{AA2438B8-AFD6-4B04-A6F0-F82E88C9004C}"/>
              </a:ext>
            </a:extLst>
          </p:cNvPr>
          <p:cNvPicPr/>
          <p:nvPr/>
        </p:nvPicPr>
        <p:blipFill rotWithShape="1">
          <a:blip r:embed="rId2"/>
          <a:srcRect l="20645" t="13176" r="14268" b="10016"/>
          <a:stretch/>
        </p:blipFill>
        <p:spPr bwMode="auto">
          <a:xfrm>
            <a:off x="2899040" y="2165344"/>
            <a:ext cx="6393919" cy="43101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9279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F3E1-A76B-4B7D-B257-49A28571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Partes de un modelo de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81D9-0F16-4D79-9F4C-8436EC785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682" y="3504391"/>
            <a:ext cx="2933918" cy="1272882"/>
          </a:xfrm>
        </p:spPr>
        <p:txBody>
          <a:bodyPr/>
          <a:lstStyle/>
          <a:p>
            <a:r>
              <a:rPr lang="es-MX" dirty="0"/>
              <a:t>Margen rígido.</a:t>
            </a:r>
          </a:p>
          <a:p>
            <a:r>
              <a:rPr lang="es-MX" dirty="0"/>
              <a:t>Margen suave.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84E875B-2134-4072-A539-29EBC9596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658" y="2672247"/>
            <a:ext cx="6235979" cy="336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61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C8C3F6-E4F6-42C2-B495-5C916B5F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No linealidad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22">
            <a:extLst>
              <a:ext uri="{FF2B5EF4-FFF2-40B4-BE49-F238E27FC236}">
                <a16:creationId xmlns:a16="http://schemas.microsoft.com/office/drawing/2014/main" id="{1C67D142-284D-4013-8A36-25A20CC11FD6}"/>
              </a:ext>
            </a:extLst>
          </p:cNvPr>
          <p:cNvPicPr/>
          <p:nvPr/>
        </p:nvPicPr>
        <p:blipFill rotWithShape="1">
          <a:blip r:embed="rId2"/>
          <a:srcRect l="945" t="27752" r="2290" b="13101"/>
          <a:stretch/>
        </p:blipFill>
        <p:spPr bwMode="auto">
          <a:xfrm>
            <a:off x="549058" y="2286444"/>
            <a:ext cx="11097349" cy="3815541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680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F669-A0E1-4518-8090-47C6D09A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Truco del </a:t>
            </a:r>
            <a:r>
              <a:rPr lang="es-MX" dirty="0" err="1"/>
              <a:t>kernel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4431C-40C8-48E7-886D-C38302226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2478023"/>
                <a:ext cx="10168128" cy="3157667"/>
              </a:xfrm>
            </p:spPr>
            <p:txBody>
              <a:bodyPr/>
              <a:lstStyle/>
              <a:p>
                <a:r>
                  <a:rPr lang="es-ES" dirty="0"/>
                  <a:t>Un </a:t>
                </a:r>
                <a:r>
                  <a:rPr lang="es-ES" i="1" dirty="0" err="1"/>
                  <a:t>kernel</a:t>
                </a:r>
                <a:r>
                  <a:rPr lang="es-ES" dirty="0"/>
                  <a:t> es una función que es capaz de calcular el producto punto </a:t>
                </a:r>
                <a14:m>
                  <m:oMath xmlns:m="http://schemas.openxmlformats.org/officeDocument/2006/math">
                    <m:r>
                      <a:rPr lang="es-ES" i="1"/>
                      <m:t>𝜙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s-ES" b="1" i="1"/>
                              <m:t>𝒂</m:t>
                            </m:r>
                          </m:e>
                        </m:d>
                      </m:e>
                      <m:sup>
                        <m:r>
                          <a:rPr lang="es-ES" i="1"/>
                          <m:t>𝑇</m:t>
                        </m:r>
                      </m:sup>
                    </m:sSup>
                    <m:r>
                      <a:rPr lang="es-ES" i="1"/>
                      <m:t>∙</m:t>
                    </m:r>
                    <m:r>
                      <a:rPr lang="es-ES" i="1"/>
                      <m:t>𝜙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s-ES" b="1" i="1"/>
                          <m:t>𝒃</m:t>
                        </m:r>
                      </m:e>
                    </m:d>
                  </m:oMath>
                </a14:m>
                <a:r>
                  <a:rPr lang="es-ES" dirty="0"/>
                  <a:t> empleando únicamente los vectores originales </a:t>
                </a:r>
                <a14:m>
                  <m:oMath xmlns:m="http://schemas.openxmlformats.org/officeDocument/2006/math">
                    <m:r>
                      <a:rPr lang="es-ES" b="1" i="1"/>
                      <m:t>𝒂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b="1" i="1"/>
                      <m:t>𝒃</m:t>
                    </m:r>
                  </m:oMath>
                </a14:m>
                <a:r>
                  <a:rPr lang="es-ES" dirty="0"/>
                  <a:t>; sin tener que calcular o si quiera conocer la transformación </a:t>
                </a:r>
                <a14:m>
                  <m:oMath xmlns:m="http://schemas.openxmlformats.org/officeDocument/2006/math">
                    <m:r>
                      <a:rPr lang="es-ES" i="1"/>
                      <m:t>𝜙</m:t>
                    </m:r>
                  </m:oMath>
                </a14:m>
                <a:r>
                  <a:rPr lang="es-MX" dirty="0"/>
                  <a:t>.</a:t>
                </a:r>
              </a:p>
              <a:p>
                <a:r>
                  <a:rPr lang="es-MX" dirty="0"/>
                  <a:t>Se sustituye una transformación polinomial por un simple producto punto entre dos vectores.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4431C-40C8-48E7-886D-C38302226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2478023"/>
                <a:ext cx="10168128" cy="3157667"/>
              </a:xfrm>
              <a:blipFill>
                <a:blip r:embed="rId2"/>
                <a:stretch>
                  <a:fillRect l="-1079" t="-1737" b="-9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192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4C44-52CE-45B3-8C59-CC89A35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Kernels</a:t>
            </a:r>
            <a:r>
              <a:rPr lang="es-MX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57B2D-9767-4596-AD96-338C832506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s-ES" dirty="0"/>
                  <a:t>Lineal: </a:t>
                </a:r>
                <a14:m>
                  <m:oMath xmlns:m="http://schemas.openxmlformats.org/officeDocument/2006/math">
                    <m:r>
                      <a:rPr lang="es-ES" i="1"/>
                      <m:t>𝐾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s-ES" b="1" i="1"/>
                          <m:t>𝒂</m:t>
                        </m:r>
                        <m:r>
                          <a:rPr lang="es-ES" i="1"/>
                          <m:t>,</m:t>
                        </m:r>
                        <m:r>
                          <a:rPr lang="es-ES" b="1" i="1"/>
                          <m:t>𝒃</m:t>
                        </m:r>
                      </m:e>
                    </m:d>
                    <m:r>
                      <a:rPr lang="es-ES" i="1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s-ES" b="1" i="1"/>
                          <m:t>𝒂</m:t>
                        </m:r>
                      </m:e>
                      <m:sup>
                        <m:r>
                          <a:rPr lang="es-ES" i="1"/>
                          <m:t>𝑇</m:t>
                        </m:r>
                      </m:sup>
                    </m:sSup>
                    <m:r>
                      <a:rPr lang="es-ES" i="1"/>
                      <m:t>∙</m:t>
                    </m:r>
                    <m:r>
                      <a:rPr lang="es-ES" b="1" i="1"/>
                      <m:t>𝒃</m:t>
                    </m:r>
                  </m:oMath>
                </a14:m>
                <a:r>
                  <a:rPr lang="es-ES" dirty="0"/>
                  <a:t>.</a:t>
                </a:r>
                <a:endParaRPr lang="en-US" dirty="0"/>
              </a:p>
              <a:p>
                <a:pPr lvl="0"/>
                <a:r>
                  <a:rPr lang="es-ES" dirty="0"/>
                  <a:t>Polinomial: </a:t>
                </a:r>
                <a14:m>
                  <m:oMath xmlns:m="http://schemas.openxmlformats.org/officeDocument/2006/math">
                    <m:r>
                      <a:rPr lang="es-ES" i="1"/>
                      <m:t>𝐾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s-ES" b="1" i="1"/>
                          <m:t>𝒂</m:t>
                        </m:r>
                        <m:r>
                          <a:rPr lang="es-ES" i="1"/>
                          <m:t>,</m:t>
                        </m:r>
                        <m:r>
                          <a:rPr lang="es-ES" b="1" i="1"/>
                          <m:t>𝒃</m:t>
                        </m:r>
                      </m:e>
                    </m:d>
                    <m:r>
                      <a:rPr lang="es-ES" i="1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s-ES" i="1"/>
                          <m:t>(</m:t>
                        </m:r>
                        <m:r>
                          <a:rPr lang="es-ES" i="1"/>
                          <m:t>𝛾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s-ES" b="1" i="1"/>
                              <m:t>𝒂</m:t>
                            </m:r>
                          </m:e>
                          <m:sup>
                            <m:r>
                              <a:rPr lang="es-ES" i="1"/>
                              <m:t>𝑇</m:t>
                            </m:r>
                          </m:sup>
                        </m:sSup>
                        <m:r>
                          <a:rPr lang="es-ES" i="1"/>
                          <m:t>∙</m:t>
                        </m:r>
                        <m:r>
                          <a:rPr lang="es-ES" b="1" i="1"/>
                          <m:t>𝒃</m:t>
                        </m:r>
                        <m:r>
                          <a:rPr lang="es-ES" b="1" i="1"/>
                          <m:t>+</m:t>
                        </m:r>
                        <m:r>
                          <a:rPr lang="es-ES" b="1" i="1"/>
                          <m:t>𝒓</m:t>
                        </m:r>
                        <m:r>
                          <a:rPr lang="es-ES" b="1" i="1"/>
                          <m:t>)</m:t>
                        </m:r>
                      </m:e>
                      <m:sup>
                        <m:r>
                          <a:rPr lang="es-ES" i="1"/>
                          <m:t>𝑑</m:t>
                        </m:r>
                      </m:sup>
                    </m:sSup>
                  </m:oMath>
                </a14:m>
                <a:r>
                  <a:rPr lang="es-ES" dirty="0"/>
                  <a:t>.</a:t>
                </a:r>
                <a:endParaRPr lang="en-US" dirty="0"/>
              </a:p>
              <a:p>
                <a:pPr lvl="0"/>
                <a:r>
                  <a:rPr lang="es-ES" dirty="0"/>
                  <a:t>Función de base radial gaussiana:</a:t>
                </a:r>
                <a:br>
                  <a:rPr lang="es-ES" dirty="0"/>
                </a:b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/>
                      <m:t>𝐾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s-ES" b="1" i="1"/>
                          <m:t>𝒂</m:t>
                        </m:r>
                        <m:r>
                          <a:rPr lang="es-ES" i="1"/>
                          <m:t>,</m:t>
                        </m:r>
                        <m:r>
                          <a:rPr lang="es-ES" b="1" i="1"/>
                          <m:t>𝒃</m:t>
                        </m:r>
                      </m:e>
                    </m:d>
                    <m:r>
                      <a:rPr lang="es-ES" i="1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/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s-ES" i="1"/>
                              <m:t>−</m:t>
                            </m:r>
                            <m:r>
                              <a:rPr lang="es-ES" i="1"/>
                              <m:t>𝛾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s-ES" b="1" i="1"/>
                                      <m:t>𝒂</m:t>
                                    </m:r>
                                    <m:r>
                                      <a:rPr lang="es-ES" i="1"/>
                                      <m:t>−</m:t>
                                    </m:r>
                                    <m:r>
                                      <a:rPr lang="es-ES" b="1" i="1"/>
                                      <m:t>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ES" i="1"/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s-ES" dirty="0"/>
                  <a:t>.</a:t>
                </a:r>
                <a:endParaRPr lang="en-US" dirty="0"/>
              </a:p>
              <a:p>
                <a:pPr lvl="0"/>
                <a:r>
                  <a:rPr lang="es-ES" dirty="0"/>
                  <a:t>Sigmoide: </a:t>
                </a:r>
                <a14:m>
                  <m:oMath xmlns:m="http://schemas.openxmlformats.org/officeDocument/2006/math">
                    <m:r>
                      <a:rPr lang="es-ES" i="1"/>
                      <m:t>𝐾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s-ES" b="1" i="1"/>
                          <m:t>𝒂</m:t>
                        </m:r>
                        <m:r>
                          <a:rPr lang="es-ES" i="1"/>
                          <m:t>,</m:t>
                        </m:r>
                        <m:r>
                          <a:rPr lang="es-ES" b="1" i="1"/>
                          <m:t>𝒃</m:t>
                        </m:r>
                      </m:e>
                    </m:d>
                    <m:r>
                      <a:rPr lang="es-ES" i="1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/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s-ES" i="1"/>
                              <m:t>𝛾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s-ES" b="1" i="1"/>
                                  <m:t>𝒂</m:t>
                                </m:r>
                              </m:e>
                              <m:sup>
                                <m:r>
                                  <a:rPr lang="es-ES" i="1"/>
                                  <m:t>𝑇</m:t>
                                </m:r>
                              </m:sup>
                            </m:sSup>
                            <m:r>
                              <a:rPr lang="es-ES" i="1"/>
                              <m:t>∙</m:t>
                            </m:r>
                            <m:r>
                              <a:rPr lang="es-ES" b="1" i="1"/>
                              <m:t>𝒃</m:t>
                            </m:r>
                            <m:r>
                              <a:rPr lang="es-ES" i="1"/>
                              <m:t>+</m:t>
                            </m:r>
                            <m:r>
                              <a:rPr lang="es-ES" i="1"/>
                              <m:t>𝑟</m:t>
                            </m:r>
                          </m:e>
                        </m:d>
                      </m:e>
                    </m:func>
                  </m:oMath>
                </a14:m>
                <a:r>
                  <a:rPr lang="es-ES" dirty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57B2D-9767-4596-AD96-338C832506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9" t="-11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15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941C-E6D7-464C-93EA-4B80D387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52E764-FC37-4F73-9902-C0762C292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24" y="2316139"/>
            <a:ext cx="5739066" cy="3694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1DC-6A41-48C9-B180-17BF51E429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46"/>
          <a:stretch/>
        </p:blipFill>
        <p:spPr>
          <a:xfrm>
            <a:off x="6096000" y="2316139"/>
            <a:ext cx="5809861" cy="32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2688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233F2E"/>
      </a:dk2>
      <a:lt2>
        <a:srgbClr val="EBE7E6"/>
      </a:lt2>
      <a:accent1>
        <a:srgbClr val="5BADC5"/>
      </a:accent1>
      <a:accent2>
        <a:srgbClr val="5DB1A1"/>
      </a:accent2>
      <a:accent3>
        <a:srgbClr val="69B085"/>
      </a:accent3>
      <a:accent4>
        <a:srgbClr val="60B35E"/>
      </a:accent4>
      <a:accent5>
        <a:srgbClr val="89AC6C"/>
      </a:accent5>
      <a:accent6>
        <a:srgbClr val="9DA859"/>
      </a:accent6>
      <a:hlink>
        <a:srgbClr val="AC7464"/>
      </a:hlink>
      <a:folHlink>
        <a:srgbClr val="848484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208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Calibri</vt:lpstr>
      <vt:lpstr>AccentBoxVTI</vt:lpstr>
      <vt:lpstr>Máquinas de Vectores de Soporte (SVM)</vt:lpstr>
      <vt:lpstr>Característica Principal</vt:lpstr>
      <vt:lpstr>Características</vt:lpstr>
      <vt:lpstr>Desventajas</vt:lpstr>
      <vt:lpstr>¿Cómo funciona?</vt:lpstr>
      <vt:lpstr>Partes de un modelo de SVM</vt:lpstr>
      <vt:lpstr>No linealidad</vt:lpstr>
      <vt:lpstr>Truco del kernel</vt:lpstr>
      <vt:lpstr>Kernels.</vt:lpstr>
      <vt:lpstr>Ejemplos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Máquinas de Vectores de Soporte (SVM)</dc:title>
  <dc:creator>Abraham Alvarado</dc:creator>
  <cp:lastModifiedBy>Abraham Alvarado</cp:lastModifiedBy>
  <cp:revision>2</cp:revision>
  <dcterms:created xsi:type="dcterms:W3CDTF">2020-05-01T14:47:06Z</dcterms:created>
  <dcterms:modified xsi:type="dcterms:W3CDTF">2020-05-01T15:00:47Z</dcterms:modified>
</cp:coreProperties>
</file>